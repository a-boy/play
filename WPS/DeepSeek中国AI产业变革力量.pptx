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0.svg" ContentType="image/svg+xml"/>
  <Override PartName="/ppt/media/image12.svg" ContentType="image/svg+xml"/>
  <Override PartName="/ppt/media/image16.svg" ContentType="image/svg+xml"/>
  <Override PartName="/ppt/media/image18.svg" ContentType="image/svg+xml"/>
  <Override PartName="/ppt/media/image21.svg" ContentType="image/svg+xml"/>
  <Override PartName="/ppt/media/image23.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7.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 id="2147483661" r:id="rId4"/>
    <p:sldMasterId id="2147483663" r:id="rId5"/>
  </p:sldMasterIdLst>
  <p:notesMasterIdLst>
    <p:notesMasterId r:id="rId7"/>
  </p:notesMasterIdLst>
  <p:sldIdLst>
    <p:sldId id="262" r:id="rId6"/>
    <p:sldId id="261" r:id="rId8"/>
    <p:sldId id="260" r:id="rId9"/>
    <p:sldId id="274" r:id="rId10"/>
    <p:sldId id="273" r:id="rId11"/>
    <p:sldId id="265" r:id="rId12"/>
    <p:sldId id="263" r:id="rId13"/>
    <p:sldId id="264" r:id="rId14"/>
    <p:sldId id="279" r:id="rId15"/>
    <p:sldId id="269" r:id="rId16"/>
    <p:sldId id="266" r:id="rId17"/>
    <p:sldId id="267" r:id="rId18"/>
    <p:sldId id="268" r:id="rId19"/>
    <p:sldId id="270" r:id="rId20"/>
    <p:sldId id="282" r:id="rId21"/>
    <p:sldId id="271" r:id="rId22"/>
    <p:sldId id="272" r:id="rId23"/>
    <p:sldId id="281" r:id="rId24"/>
    <p:sldId id="276" r:id="rId25"/>
    <p:sldId id="275" r:id="rId26"/>
    <p:sldId id="277" r:id="rId27"/>
    <p:sldId id="284" r:id="rId28"/>
    <p:sldId id="278" r:id="rId29"/>
    <p:sldId id="283" r:id="rId30"/>
    <p:sldId id="280" r:id="rId31"/>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熊仪_aYju7RJj" initials="熊" lastIdx="0" clrIdx="0"/>
  <p:cmAuthor id="1" name="哒哒 熊猫" initials="哒哒" lastIdx="1" clrIdx="0"/>
  <p:cmAuthor id="8" name="yifei" initials="y" lastIdx="1" clrIdx="7"/>
  <p:cmAuthor id="2" name="kingsoft" initials="k" lastIdx="1" clrIdx="1"/>
  <p:cmAuthor id="9" name="ADMIN" initials="A" lastIdx="1" clrIdx="8"/>
  <p:cmAuthor id="3" name="zhouzean" initials="z" lastIdx="1" clrIdx="2"/>
  <p:cmAuthor id="4" name="李鹏飞_6bQfzI3a" initials="李" lastIdx="0" clrIdx="0"/>
  <p:cmAuthor id="5" name="李晓菲_MZFnUzi6" initials="李" lastIdx="0" clrIdx="0"/>
  <p:cmAuthor id="6" name="小珞_QjMfU7FR" initials="小" lastIdx="0" clrIdx="0"/>
  <p:cmAuthor id="2001" name="骆倩怡_Znauj26B" initials="authorId_382814100" lastIdx="0" clrIdx="0"/>
  <p:cmAuthor id="1483810881" name="WPS_1679281038" initials="W"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22" d="100"/>
          <a:sy n="122" d="100"/>
        </p:scale>
        <p:origin x="96"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5" Type="http://schemas.openxmlformats.org/officeDocument/2006/relationships/commentAuthors" Target="commentAuthors.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7" Type="http://schemas.openxmlformats.org/officeDocument/2006/relationships/tags" Target="../tags/tag48.xml"/><Relationship Id="rId16" Type="http://schemas.openxmlformats.org/officeDocument/2006/relationships/tags" Target="../tags/tag47.xml"/><Relationship Id="rId15" Type="http://schemas.openxmlformats.org/officeDocument/2006/relationships/tags" Target="../tags/tag46.xml"/><Relationship Id="rId14" Type="http://schemas.openxmlformats.org/officeDocument/2006/relationships/tags" Target="../tags/tag45.xml"/><Relationship Id="rId13" Type="http://schemas.openxmlformats.org/officeDocument/2006/relationships/tags" Target="../tags/tag44.xml"/><Relationship Id="rId12" Type="http://schemas.openxmlformats.org/officeDocument/2006/relationships/tags" Target="../tags/tag43.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54.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60.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1" Type="http://schemas.openxmlformats.org/officeDocument/2006/relationships/tags" Target="../tags/tag70.xml"/><Relationship Id="rId10" Type="http://schemas.openxmlformats.org/officeDocument/2006/relationships/tags" Target="../tags/tag69.xml"/><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tags" Target="../tags/tag84.xml"/><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0" Type="http://schemas.openxmlformats.org/officeDocument/2006/relationships/tags" Target="../tags/tag86.xml"/><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14.xml"/><Relationship Id="rId8" Type="http://schemas.openxmlformats.org/officeDocument/2006/relationships/tags" Target="../tags/tag113.xml"/><Relationship Id="rId7" Type="http://schemas.openxmlformats.org/officeDocument/2006/relationships/tags" Target="../tags/tag112.xml"/><Relationship Id="rId6" Type="http://schemas.openxmlformats.org/officeDocument/2006/relationships/tags" Target="../tags/tag111.xml"/><Relationship Id="rId5" Type="http://schemas.openxmlformats.org/officeDocument/2006/relationships/tags" Target="../tags/tag110.xml"/><Relationship Id="rId4" Type="http://schemas.openxmlformats.org/officeDocument/2006/relationships/tags" Target="../tags/tag109.xml"/><Relationship Id="rId3" Type="http://schemas.openxmlformats.org/officeDocument/2006/relationships/tags" Target="../tags/tag108.xml"/><Relationship Id="rId2" Type="http://schemas.openxmlformats.org/officeDocument/2006/relationships/tags" Target="../tags/tag107.xml"/><Relationship Id="rId17" Type="http://schemas.openxmlformats.org/officeDocument/2006/relationships/tags" Target="../tags/tag122.xml"/><Relationship Id="rId16" Type="http://schemas.openxmlformats.org/officeDocument/2006/relationships/tags" Target="../tags/tag121.xml"/><Relationship Id="rId15" Type="http://schemas.openxmlformats.org/officeDocument/2006/relationships/tags" Target="../tags/tag120.xml"/><Relationship Id="rId14" Type="http://schemas.openxmlformats.org/officeDocument/2006/relationships/tags" Target="../tags/tag119.xml"/><Relationship Id="rId13" Type="http://schemas.openxmlformats.org/officeDocument/2006/relationships/tags" Target="../tags/tag118.xml"/><Relationship Id="rId12" Type="http://schemas.openxmlformats.org/officeDocument/2006/relationships/tags" Target="../tags/tag117.xml"/><Relationship Id="rId11" Type="http://schemas.openxmlformats.org/officeDocument/2006/relationships/tags" Target="../tags/tag116.xml"/><Relationship Id="rId10" Type="http://schemas.openxmlformats.org/officeDocument/2006/relationships/tags" Target="../tags/tag115.xm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968" y="136131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3968" y="384098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184" y="1983597"/>
            <a:ext cx="10515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184" y="1983597"/>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184" y="1983597"/>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8039" y="516256"/>
            <a:ext cx="10515890" cy="1324340"/>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039" y="1935192"/>
            <a:ext cx="5163349"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8039" y="2818085"/>
            <a:ext cx="5163349" cy="35236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66931" y="1935192"/>
            <a:ext cx="5186998"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66931" y="2818085"/>
            <a:ext cx="5186998" cy="35236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8184" y="723122"/>
            <a:ext cx="4165349"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1584" y="723123"/>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8184" y="2323322"/>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884" y="523097"/>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184" y="523097"/>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184" y="523097"/>
            <a:ext cx="10515600" cy="58118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12" name="椭圆 11"/>
          <p:cNvSpPr/>
          <p:nvPr>
            <p:custDataLst>
              <p:tags r:id="rId2"/>
            </p:custDataLst>
          </p:nvPr>
        </p:nvSpPr>
        <p:spPr>
          <a:xfrm rot="16200000">
            <a:off x="977900" y="1336040"/>
            <a:ext cx="4351020" cy="4351020"/>
          </a:xfrm>
          <a:prstGeom prst="ellipse">
            <a:avLst/>
          </a:prstGeom>
          <a:solidFill>
            <a:schemeClr val="bg2"/>
          </a:solidFill>
          <a:ln>
            <a:noFill/>
          </a:ln>
          <a:effectLst>
            <a:outerShdw blurRad="495300" dist="38100" dir="2700000" algn="tl" rotWithShape="0">
              <a:schemeClr val="accent1">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lt1"/>
              </a:solidFill>
              <a:cs typeface="MiSans Normal" panose="00000500000000000000" charset="-122"/>
            </a:endParaRPr>
          </a:p>
        </p:txBody>
      </p:sp>
      <p:sp>
        <p:nvSpPr>
          <p:cNvPr id="11" name="椭圆 10"/>
          <p:cNvSpPr/>
          <p:nvPr>
            <p:custDataLst>
              <p:tags r:id="rId3"/>
            </p:custDataLst>
          </p:nvPr>
        </p:nvSpPr>
        <p:spPr>
          <a:xfrm rot="16200000">
            <a:off x="1828800" y="2186940"/>
            <a:ext cx="2649220" cy="2649220"/>
          </a:xfrm>
          <a:prstGeom prst="ellipse">
            <a:avLst/>
          </a:prstGeom>
          <a:solidFill>
            <a:schemeClr val="bg2"/>
          </a:solidFill>
          <a:ln>
            <a:noFill/>
          </a:ln>
          <a:effectLst>
            <a:outerShdw blurRad="4953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lt1"/>
              </a:solidFill>
              <a:cs typeface="MiSans Normal" panose="00000500000000000000" charset="-122"/>
            </a:endParaRPr>
          </a:p>
        </p:txBody>
      </p:sp>
      <p:sp>
        <p:nvSpPr>
          <p:cNvPr id="9" name="弧形 8"/>
          <p:cNvSpPr/>
          <p:nvPr>
            <p:custDataLst>
              <p:tags r:id="rId4"/>
            </p:custDataLst>
          </p:nvPr>
        </p:nvSpPr>
        <p:spPr>
          <a:xfrm>
            <a:off x="301625" y="659765"/>
            <a:ext cx="5703570" cy="5703570"/>
          </a:xfrm>
          <a:prstGeom prst="arc">
            <a:avLst>
              <a:gd name="adj1" fmla="val 16200000"/>
              <a:gd name="adj2" fmla="val 5319923"/>
            </a:avLst>
          </a:prstGeom>
          <a:ln>
            <a:solidFill>
              <a:schemeClr val="bg2">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iSans Normal" panose="00000500000000000000" charset="-122"/>
            </a:endParaRPr>
          </a:p>
        </p:txBody>
      </p:sp>
      <p:sp>
        <p:nvSpPr>
          <p:cNvPr id="10" name="圆角矩形 9"/>
          <p:cNvSpPr/>
          <p:nvPr>
            <p:custDataLst>
              <p:tags r:id="rId5"/>
            </p:custDataLst>
          </p:nvPr>
        </p:nvSpPr>
        <p:spPr>
          <a:xfrm rot="10800000">
            <a:off x="6876415" y="3851910"/>
            <a:ext cx="2408555" cy="15938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a:cs typeface="MiSans Normal" panose="00000500000000000000" charset="-122"/>
            </a:endParaRPr>
          </a:p>
        </p:txBody>
      </p:sp>
      <p:sp>
        <p:nvSpPr>
          <p:cNvPr id="14" name="任意多边形 13"/>
          <p:cNvSpPr/>
          <p:nvPr>
            <p:custDataLst>
              <p:tags r:id="rId6"/>
            </p:custDataLst>
          </p:nvPr>
        </p:nvSpPr>
        <p:spPr>
          <a:xfrm flipV="1">
            <a:off x="8945880" y="0"/>
            <a:ext cx="3246120" cy="860425"/>
          </a:xfrm>
          <a:custGeom>
            <a:avLst/>
            <a:gdLst/>
            <a:ahLst/>
            <a:cxnLst>
              <a:cxn ang="3">
                <a:pos x="hc" y="t"/>
              </a:cxn>
              <a:cxn ang="cd2">
                <a:pos x="l" y="vc"/>
              </a:cxn>
              <a:cxn ang="cd4">
                <a:pos x="hc" y="b"/>
              </a:cxn>
              <a:cxn ang="0">
                <a:pos x="r" y="vc"/>
              </a:cxn>
            </a:cxnLst>
            <a:rect l="l" t="t" r="r" b="b"/>
            <a:pathLst>
              <a:path w="5112" h="1355">
                <a:moveTo>
                  <a:pt x="301" y="0"/>
                </a:moveTo>
                <a:lnTo>
                  <a:pt x="5112" y="0"/>
                </a:lnTo>
                <a:lnTo>
                  <a:pt x="5112" y="1355"/>
                </a:lnTo>
                <a:lnTo>
                  <a:pt x="0" y="1355"/>
                </a:lnTo>
                <a:lnTo>
                  <a:pt x="0" y="301"/>
                </a:lnTo>
                <a:cubicBezTo>
                  <a:pt x="0" y="135"/>
                  <a:pt x="135" y="0"/>
                  <a:pt x="30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8" name="节编号"/>
          <p:cNvSpPr txBox="1">
            <a:spLocks noGrp="1"/>
          </p:cNvSpPr>
          <p:nvPr>
            <p:ph type="body" idx="2" hasCustomPrompt="1"/>
            <p:custDataLst>
              <p:tags r:id="rId7"/>
            </p:custDataLst>
          </p:nvPr>
        </p:nvSpPr>
        <p:spPr>
          <a:xfrm>
            <a:off x="1828800" y="3004185"/>
            <a:ext cx="2649220" cy="1208405"/>
          </a:xfrm>
          <a:prstGeom prst="rect">
            <a:avLst/>
          </a:prstGeom>
          <a:noFill/>
        </p:spPr>
        <p:txBody>
          <a:bodyPr wrap="square" lIns="91440" tIns="45720" rIns="91440" bIns="45720" rtlCol="0" anchor="t" anchorCtr="0">
            <a:normAutofit/>
          </a:bodyPr>
          <a:lstStyle>
            <a:lvl1pPr marL="0" marR="0" lvl="0" algn="ctr" defTabSz="914400" rtl="0" eaLnBrk="1" fontAlgn="auto" latinLnBrk="0" hangingPunct="1">
              <a:lnSpc>
                <a:spcPct val="100000"/>
              </a:lnSpc>
              <a:buClrTx/>
              <a:buSzTx/>
              <a:buFontTx/>
              <a:buNone/>
              <a:defRPr kumimoji="0" lang="en-US" altLang="zh-CN" sz="6000" b="0" i="0" u="none" strike="noStrike" kern="1200" cap="none" spc="200" normalizeH="0" baseline="0" noProof="1">
                <a:solidFill>
                  <a:schemeClr val="tx1">
                    <a:lumMod val="85000"/>
                    <a:lumOff val="15000"/>
                  </a:schemeClr>
                </a:solidFill>
                <a:uFillTx/>
                <a:latin typeface="MiSans Heavy" panose="00000A00000000000000" charset="-122"/>
                <a:ea typeface="MiSans Heavy" panose="00000A00000000000000" charset="-122"/>
                <a:cs typeface="MiSans Normal" panose="00000500000000000000" charset="-122"/>
                <a:sym typeface="+mn-ea"/>
              </a:defRPr>
            </a:lvl1pPr>
          </a:lstStyle>
          <a:p>
            <a:pPr lvl="0" algn="ctr">
              <a:buClrTx/>
              <a:buSzTx/>
              <a:buFontTx/>
            </a:pPr>
            <a:r>
              <a:rPr>
                <a:sym typeface="+mn-ea"/>
              </a:rPr>
              <a:t>节编号</a:t>
            </a:r>
            <a:endParaRPr>
              <a:sym typeface="+mn-ea"/>
            </a:endParaRPr>
          </a:p>
        </p:txBody>
      </p:sp>
      <p:sp>
        <p:nvSpPr>
          <p:cNvPr id="7" name="标题"/>
          <p:cNvSpPr txBox="1">
            <a:spLocks noGrp="1"/>
          </p:cNvSpPr>
          <p:nvPr>
            <p:ph type="title" idx="1" hasCustomPrompt="1"/>
            <p:custDataLst>
              <p:tags r:id="rId8"/>
            </p:custDataLst>
          </p:nvPr>
        </p:nvSpPr>
        <p:spPr>
          <a:xfrm>
            <a:off x="6732905" y="2092325"/>
            <a:ext cx="5005070" cy="1684020"/>
          </a:xfrm>
          <a:prstGeom prst="rect">
            <a:avLst/>
          </a:prstGeom>
          <a:noFill/>
        </p:spPr>
        <p:txBody>
          <a:bodyPr wrap="square" lIns="91440" tIns="45720" rIns="91440" bIns="45720" rtlCol="0" anchor="b" anchorCtr="0">
            <a:normAutofit/>
          </a:bodyPr>
          <a:lstStyle>
            <a:lvl1pPr marL="0" marR="0" lvl="0" algn="l" defTabSz="914400" rtl="0" eaLnBrk="1" fontAlgn="auto" latinLnBrk="0" hangingPunct="1">
              <a:lnSpc>
                <a:spcPct val="100000"/>
              </a:lnSpc>
              <a:buClrTx/>
              <a:buSzTx/>
              <a:buFontTx/>
              <a:buNone/>
              <a:defRPr kumimoji="0" lang="zh-CN" altLang="en-US" sz="4800" b="0" i="0" u="none" strike="noStrike" kern="1200" cap="none" spc="200" normalizeH="0" baseline="0" noProof="1">
                <a:solidFill>
                  <a:schemeClr val="tx1">
                    <a:lumMod val="85000"/>
                    <a:lumOff val="15000"/>
                  </a:schemeClr>
                </a:solidFill>
                <a:uFillTx/>
                <a:latin typeface="+mj-ea"/>
                <a:ea typeface="+mj-ea"/>
                <a:cs typeface="MiSans Normal" panose="00000500000000000000" charset="-122"/>
                <a:sym typeface="+mn-ea"/>
              </a:defRPr>
            </a:lvl1pPr>
          </a:lstStyle>
          <a:p>
            <a:pPr lvl="0" algn="l">
              <a:buClrTx/>
              <a:buSzTx/>
              <a:buFontTx/>
            </a:pPr>
            <a:r>
              <a:rPr>
                <a:sym typeface="+mn-ea"/>
              </a:rPr>
              <a:t>单击编辑标题</a:t>
            </a:r>
            <a:endParaRPr>
              <a:sym typeface="+mn-ea"/>
            </a:endParaRPr>
          </a:p>
        </p:txBody>
      </p:sp>
      <p:sp>
        <p:nvSpPr>
          <p:cNvPr id="4" name="日期占位符 3"/>
          <p:cNvSpPr>
            <a:spLocks noGrp="1"/>
          </p:cNvSpPr>
          <p:nvPr>
            <p:ph type="dt" sz="half" idx="10"/>
            <p:custDataLst>
              <p:tags r:id="rId9"/>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1"/>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cxnSp>
        <p:nvCxnSpPr>
          <p:cNvPr id="60" name="直接连接符 59"/>
          <p:cNvCxnSpPr/>
          <p:nvPr>
            <p:custDataLst>
              <p:tags r:id="rId2"/>
            </p:custDataLst>
          </p:nvPr>
        </p:nvCxnSpPr>
        <p:spPr>
          <a:xfrm>
            <a:off x="3509010" y="1475105"/>
            <a:ext cx="0" cy="4572000"/>
          </a:xfrm>
          <a:prstGeom prst="line">
            <a:avLst/>
          </a:prstGeom>
          <a:ln>
            <a:solidFill>
              <a:schemeClr val="bg2">
                <a:lumMod val="50000"/>
                <a:alpha val="2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8" name="任意多边形 7"/>
          <p:cNvSpPr/>
          <p:nvPr>
            <p:custDataLst>
              <p:tags r:id="rId3"/>
            </p:custDataLst>
          </p:nvPr>
        </p:nvSpPr>
        <p:spPr>
          <a:xfrm>
            <a:off x="-18415" y="0"/>
            <a:ext cx="2251075" cy="871855"/>
          </a:xfrm>
          <a:custGeom>
            <a:avLst/>
            <a:gdLst/>
            <a:ahLst/>
            <a:cxnLst>
              <a:cxn ang="3">
                <a:pos x="hc" y="t"/>
              </a:cxn>
              <a:cxn ang="cd2">
                <a:pos x="l" y="vc"/>
              </a:cxn>
              <a:cxn ang="cd4">
                <a:pos x="hc" y="b"/>
              </a:cxn>
              <a:cxn ang="0">
                <a:pos x="r" y="vc"/>
              </a:cxn>
            </a:cxnLst>
            <a:rect l="l" t="t" r="r" b="b"/>
            <a:pathLst>
              <a:path w="3545" h="1373">
                <a:moveTo>
                  <a:pt x="0" y="0"/>
                </a:moveTo>
                <a:lnTo>
                  <a:pt x="3545" y="0"/>
                </a:lnTo>
                <a:lnTo>
                  <a:pt x="3545" y="1023"/>
                </a:lnTo>
                <a:cubicBezTo>
                  <a:pt x="3545" y="1217"/>
                  <a:pt x="3389" y="1373"/>
                  <a:pt x="3195" y="1373"/>
                </a:cubicBezTo>
                <a:lnTo>
                  <a:pt x="9" y="1373"/>
                </a:lnTo>
                <a:lnTo>
                  <a:pt x="0" y="1373"/>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6" name="标题"/>
          <p:cNvSpPr txBox="1">
            <a:spLocks noGrp="1"/>
          </p:cNvSpPr>
          <p:nvPr>
            <p:ph type="title" idx="1" hasCustomPrompt="1"/>
            <p:custDataLst>
              <p:tags r:id="rId4"/>
            </p:custDataLst>
          </p:nvPr>
        </p:nvSpPr>
        <p:spPr>
          <a:xfrm>
            <a:off x="1166495" y="1793240"/>
            <a:ext cx="1375410" cy="3604895"/>
          </a:xfrm>
          <a:prstGeom prst="rect">
            <a:avLst/>
          </a:prstGeom>
          <a:noFill/>
        </p:spPr>
        <p:txBody>
          <a:bodyPr vert="eaVert" wrap="square" lIns="91440" tIns="45720" rIns="91440" bIns="45720" rtlCol="0" anchor="ctr" anchorCtr="0">
            <a:normAutofit/>
          </a:bodyPr>
          <a:lstStyle>
            <a:lvl1pPr marL="0" marR="0" lvl="0" algn="ctr" defTabSz="914400" rtl="0" eaLnBrk="1" fontAlgn="auto" latinLnBrk="0" hangingPunct="1">
              <a:lnSpc>
                <a:spcPct val="100000"/>
              </a:lnSpc>
              <a:buClrTx/>
              <a:buSzTx/>
              <a:buFontTx/>
              <a:buNone/>
              <a:defRPr kumimoji="0" lang="zh-CN" altLang="en-US" sz="6000" b="0" i="0" u="none" strike="noStrike" kern="1200" cap="none" spc="0" normalizeH="0" baseline="0" noProof="1">
                <a:solidFill>
                  <a:schemeClr val="tx1">
                    <a:lumMod val="85000"/>
                    <a:lumOff val="15000"/>
                  </a:schemeClr>
                </a:solidFill>
                <a:latin typeface="+mj-ea"/>
                <a:ea typeface="+mj-ea"/>
                <a:cs typeface="MiSans Normal" panose="00000500000000000000" charset="-122"/>
                <a:sym typeface="+mn-ea"/>
              </a:defRPr>
            </a:lvl1pPr>
          </a:lstStyle>
          <a:p>
            <a:pPr lvl="0" algn="l">
              <a:buClrTx/>
              <a:buSzTx/>
              <a:buFontTx/>
            </a:pPr>
            <a:r>
              <a:rPr dirty="0">
                <a:sym typeface="+mn-ea"/>
              </a:rPr>
              <a:t>标题</a:t>
            </a:r>
            <a:endParaRPr dirty="0">
              <a:sym typeface="+mn-ea"/>
            </a:endParaRPr>
          </a:p>
        </p:txBody>
      </p:sp>
      <p:sp>
        <p:nvSpPr>
          <p:cNvPr id="3" name="日期占位符 2"/>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solidFill>
          <a:schemeClr val="bg2"/>
        </a:solidFill>
        <a:effectLst/>
      </p:bgPr>
    </p:bg>
    <p:spTree>
      <p:nvGrpSpPr>
        <p:cNvPr id="1" name=""/>
        <p:cNvGrpSpPr/>
        <p:nvPr/>
      </p:nvGrpSpPr>
      <p:grpSpPr>
        <a:xfrm>
          <a:off x="0" y="0"/>
          <a:ext cx="0" cy="0"/>
          <a:chOff x="0" y="0"/>
          <a:chExt cx="0" cy="0"/>
        </a:xfrm>
      </p:grpSpPr>
      <p:sp>
        <p:nvSpPr>
          <p:cNvPr id="15" name="任意多边形 14"/>
          <p:cNvSpPr/>
          <p:nvPr>
            <p:custDataLst>
              <p:tags r:id="rId2"/>
            </p:custDataLst>
          </p:nvPr>
        </p:nvSpPr>
        <p:spPr>
          <a:xfrm>
            <a:off x="-14605" y="0"/>
            <a:ext cx="6006465" cy="6858000"/>
          </a:xfrm>
          <a:custGeom>
            <a:avLst/>
            <a:gdLst/>
            <a:ahLst/>
            <a:cxnLst>
              <a:cxn ang="3">
                <a:pos x="hc" y="t"/>
              </a:cxn>
              <a:cxn ang="cd2">
                <a:pos x="l" y="vc"/>
              </a:cxn>
              <a:cxn ang="cd4">
                <a:pos x="hc" y="b"/>
              </a:cxn>
              <a:cxn ang="0">
                <a:pos x="r" y="vc"/>
              </a:cxn>
            </a:cxnLst>
            <a:rect l="l" t="t" r="r" b="b"/>
            <a:pathLst>
              <a:path w="9459" h="10862">
                <a:moveTo>
                  <a:pt x="0" y="0"/>
                </a:moveTo>
                <a:lnTo>
                  <a:pt x="7595" y="0"/>
                </a:lnTo>
                <a:lnTo>
                  <a:pt x="7612" y="22"/>
                </a:lnTo>
                <a:cubicBezTo>
                  <a:pt x="8770" y="1514"/>
                  <a:pt x="9459" y="3388"/>
                  <a:pt x="9459" y="5423"/>
                </a:cubicBezTo>
                <a:cubicBezTo>
                  <a:pt x="9459" y="7458"/>
                  <a:pt x="8770" y="9332"/>
                  <a:pt x="7612" y="10824"/>
                </a:cubicBezTo>
                <a:lnTo>
                  <a:pt x="7582" y="10862"/>
                </a:lnTo>
                <a:lnTo>
                  <a:pt x="0" y="10862"/>
                </a:lnTo>
                <a:lnTo>
                  <a:pt x="0" y="0"/>
                </a:lnTo>
                <a:close/>
              </a:path>
            </a:pathLst>
          </a:custGeom>
          <a:solidFill>
            <a:schemeClr val="bg2"/>
          </a:solidFill>
          <a:ln>
            <a:noFill/>
          </a:ln>
          <a:effectLst>
            <a:outerShdw blurRad="495300" dist="381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cs typeface="MiSans Normal" panose="00000500000000000000" charset="-122"/>
            </a:endParaRPr>
          </a:p>
        </p:txBody>
      </p:sp>
      <p:sp>
        <p:nvSpPr>
          <p:cNvPr id="12" name="任意多边形 11"/>
          <p:cNvSpPr/>
          <p:nvPr>
            <p:custDataLst>
              <p:tags r:id="rId3"/>
            </p:custDataLst>
          </p:nvPr>
        </p:nvSpPr>
        <p:spPr>
          <a:xfrm rot="16200000">
            <a:off x="-1383662" y="1369058"/>
            <a:ext cx="6857999" cy="4119881"/>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0858" h="6488">
                <a:moveTo>
                  <a:pt x="0" y="0"/>
                </a:moveTo>
                <a:lnTo>
                  <a:pt x="10858" y="0"/>
                </a:lnTo>
                <a:lnTo>
                  <a:pt x="10858" y="2789"/>
                </a:lnTo>
                <a:lnTo>
                  <a:pt x="10834" y="2850"/>
                </a:lnTo>
                <a:cubicBezTo>
                  <a:pt x="9962" y="4984"/>
                  <a:pt x="7865" y="6488"/>
                  <a:pt x="5417" y="6488"/>
                </a:cubicBezTo>
                <a:cubicBezTo>
                  <a:pt x="2982" y="6488"/>
                  <a:pt x="895" y="5001"/>
                  <a:pt x="15" y="2885"/>
                </a:cubicBezTo>
                <a:lnTo>
                  <a:pt x="0" y="2849"/>
                </a:lnTo>
                <a:lnTo>
                  <a:pt x="0" y="0"/>
                </a:lnTo>
                <a:close/>
              </a:path>
            </a:pathLst>
          </a:custGeom>
          <a:solidFill>
            <a:schemeClr val="bg2"/>
          </a:solidFill>
          <a:ln>
            <a:noFill/>
          </a:ln>
          <a:effectLst>
            <a:outerShdw blurRad="495300" dist="152400" dir="2700000"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solidFill>
                <a:schemeClr val="lt1"/>
              </a:solidFill>
              <a:cs typeface="MiSans Normal" panose="00000500000000000000" charset="-122"/>
            </a:endParaRPr>
          </a:p>
        </p:txBody>
      </p:sp>
      <p:sp>
        <p:nvSpPr>
          <p:cNvPr id="11" name="任意多边形 10"/>
          <p:cNvSpPr/>
          <p:nvPr>
            <p:custDataLst>
              <p:tags r:id="rId4"/>
            </p:custDataLst>
          </p:nvPr>
        </p:nvSpPr>
        <p:spPr>
          <a:xfrm rot="16200000">
            <a:off x="-1331245" y="2313346"/>
            <a:ext cx="4864351" cy="223107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7660" h="3514">
                <a:moveTo>
                  <a:pt x="0" y="0"/>
                </a:moveTo>
                <a:lnTo>
                  <a:pt x="7660" y="0"/>
                </a:lnTo>
                <a:lnTo>
                  <a:pt x="7659" y="14"/>
                </a:lnTo>
                <a:cubicBezTo>
                  <a:pt x="7485" y="1975"/>
                  <a:pt x="5837" y="3514"/>
                  <a:pt x="3830" y="3514"/>
                </a:cubicBezTo>
                <a:cubicBezTo>
                  <a:pt x="1822" y="3514"/>
                  <a:pt x="173" y="1974"/>
                  <a:pt x="1" y="10"/>
                </a:cubicBezTo>
                <a:lnTo>
                  <a:pt x="0" y="0"/>
                </a:lnTo>
                <a:close/>
              </a:path>
            </a:pathLst>
          </a:custGeom>
          <a:solidFill>
            <a:schemeClr val="bg2"/>
          </a:solidFill>
          <a:ln>
            <a:noFill/>
          </a:ln>
          <a:effectLst>
            <a:outerShdw blurRad="4953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cs typeface="MiSans Normal" panose="00000500000000000000" charset="-122"/>
            </a:endParaRPr>
          </a:p>
        </p:txBody>
      </p:sp>
      <p:sp>
        <p:nvSpPr>
          <p:cNvPr id="25" name="圆角矩形 24"/>
          <p:cNvSpPr/>
          <p:nvPr>
            <p:custDataLst>
              <p:tags r:id="rId5"/>
            </p:custDataLst>
          </p:nvPr>
        </p:nvSpPr>
        <p:spPr>
          <a:xfrm rot="10800000">
            <a:off x="5155565" y="3855720"/>
            <a:ext cx="5383530" cy="11112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a:cs typeface="MiSans Normal" panose="00000500000000000000" charset="-122"/>
            </a:endParaRPr>
          </a:p>
        </p:txBody>
      </p:sp>
      <p:cxnSp>
        <p:nvCxnSpPr>
          <p:cNvPr id="10" name="直接连接符 9"/>
          <p:cNvCxnSpPr/>
          <p:nvPr>
            <p:custDataLst>
              <p:tags r:id="rId6"/>
            </p:custDataLst>
          </p:nvPr>
        </p:nvCxnSpPr>
        <p:spPr>
          <a:xfrm>
            <a:off x="11197590" y="3002915"/>
            <a:ext cx="21590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custDataLst>
              <p:tags r:id="rId7"/>
            </p:custDataLst>
          </p:nvPr>
        </p:nvCxnSpPr>
        <p:spPr>
          <a:xfrm>
            <a:off x="11305540" y="1934210"/>
            <a:ext cx="0" cy="59499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11305540" y="3476625"/>
            <a:ext cx="0" cy="63690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2" name="椭圆 21"/>
          <p:cNvSpPr/>
          <p:nvPr>
            <p:custDataLst>
              <p:tags r:id="rId9"/>
            </p:custDataLst>
          </p:nvPr>
        </p:nvSpPr>
        <p:spPr>
          <a:xfrm>
            <a:off x="10027285" y="4343400"/>
            <a:ext cx="538480" cy="53848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cs typeface="MiSans Normal" panose="00000500000000000000" charset="-122"/>
            </a:endParaRPr>
          </a:p>
        </p:txBody>
      </p:sp>
      <p:sp>
        <p:nvSpPr>
          <p:cNvPr id="21" name="椭圆 20"/>
          <p:cNvSpPr/>
          <p:nvPr>
            <p:custDataLst>
              <p:tags r:id="rId10"/>
            </p:custDataLst>
          </p:nvPr>
        </p:nvSpPr>
        <p:spPr>
          <a:xfrm>
            <a:off x="10133965" y="4450080"/>
            <a:ext cx="325120" cy="3251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0000" lnSpcReduction="20000"/>
          </a:bodyPr>
          <a:lstStyle/>
          <a:p>
            <a:pPr algn="ctr"/>
            <a:endParaRPr lang="zh-CN" altLang="en-US">
              <a:cs typeface="MiSans Normal" panose="00000500000000000000" charset="-122"/>
            </a:endParaRPr>
          </a:p>
        </p:txBody>
      </p:sp>
      <p:sp>
        <p:nvSpPr>
          <p:cNvPr id="90" name="向下箭头"/>
          <p:cNvSpPr/>
          <p:nvPr>
            <p:custDataLst>
              <p:tags r:id="rId11"/>
            </p:custDataLst>
          </p:nvPr>
        </p:nvSpPr>
        <p:spPr>
          <a:xfrm>
            <a:off x="10238105" y="4542790"/>
            <a:ext cx="118745" cy="139700"/>
          </a:xfrm>
          <a:custGeom>
            <a:avLst/>
            <a:gdLst>
              <a:gd name="connsiteX0" fmla="*/ 222512 w 477622"/>
              <a:gd name="connsiteY0" fmla="*/ 0 h 559381"/>
              <a:gd name="connsiteX1" fmla="*/ 258512 w 477622"/>
              <a:gd name="connsiteY1" fmla="*/ 0 h 559381"/>
              <a:gd name="connsiteX2" fmla="*/ 258512 w 477622"/>
              <a:gd name="connsiteY2" fmla="*/ 488296 h 559381"/>
              <a:gd name="connsiteX3" fmla="*/ 452168 w 477622"/>
              <a:gd name="connsiteY3" fmla="*/ 294641 h 559381"/>
              <a:gd name="connsiteX4" fmla="*/ 477622 w 477622"/>
              <a:gd name="connsiteY4" fmla="*/ 320096 h 559381"/>
              <a:gd name="connsiteX5" fmla="*/ 264266 w 477622"/>
              <a:gd name="connsiteY5" fmla="*/ 533452 h 559381"/>
              <a:gd name="connsiteX6" fmla="*/ 264740 w 477622"/>
              <a:gd name="connsiteY6" fmla="*/ 533926 h 559381"/>
              <a:gd name="connsiteX7" fmla="*/ 239284 w 477622"/>
              <a:gd name="connsiteY7" fmla="*/ 559381 h 559381"/>
              <a:gd name="connsiteX8" fmla="*/ 238812 w 477622"/>
              <a:gd name="connsiteY8" fmla="*/ 558908 h 559381"/>
              <a:gd name="connsiteX9" fmla="*/ 238338 w 477622"/>
              <a:gd name="connsiteY9" fmla="*/ 559381 h 559381"/>
              <a:gd name="connsiteX10" fmla="*/ 212882 w 477622"/>
              <a:gd name="connsiteY10" fmla="*/ 533926 h 559381"/>
              <a:gd name="connsiteX11" fmla="*/ 213356 w 477622"/>
              <a:gd name="connsiteY11" fmla="*/ 533452 h 559381"/>
              <a:gd name="connsiteX12" fmla="*/ 0 w 477622"/>
              <a:gd name="connsiteY12" fmla="*/ 320096 h 559381"/>
              <a:gd name="connsiteX13" fmla="*/ 25456 w 477622"/>
              <a:gd name="connsiteY13" fmla="*/ 294641 h 559381"/>
              <a:gd name="connsiteX14" fmla="*/ 222512 w 477622"/>
              <a:gd name="connsiteY14" fmla="*/ 491698 h 559381"/>
              <a:gd name="connsiteX15" fmla="*/ 222512 w 477622"/>
              <a:gd name="connsiteY15" fmla="*/ 0 h 559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7622" h="559381">
                <a:moveTo>
                  <a:pt x="222512" y="0"/>
                </a:moveTo>
                <a:lnTo>
                  <a:pt x="258512" y="0"/>
                </a:lnTo>
                <a:lnTo>
                  <a:pt x="258512" y="488296"/>
                </a:lnTo>
                <a:lnTo>
                  <a:pt x="452168" y="294641"/>
                </a:lnTo>
                <a:lnTo>
                  <a:pt x="477622" y="320096"/>
                </a:lnTo>
                <a:lnTo>
                  <a:pt x="264266" y="533452"/>
                </a:lnTo>
                <a:lnTo>
                  <a:pt x="264740" y="533926"/>
                </a:lnTo>
                <a:lnTo>
                  <a:pt x="239284" y="559381"/>
                </a:lnTo>
                <a:lnTo>
                  <a:pt x="238812" y="558908"/>
                </a:lnTo>
                <a:lnTo>
                  <a:pt x="238338" y="559381"/>
                </a:lnTo>
                <a:lnTo>
                  <a:pt x="212882" y="533926"/>
                </a:lnTo>
                <a:lnTo>
                  <a:pt x="213356" y="533452"/>
                </a:lnTo>
                <a:lnTo>
                  <a:pt x="0" y="320096"/>
                </a:lnTo>
                <a:lnTo>
                  <a:pt x="25456" y="294641"/>
                </a:lnTo>
                <a:lnTo>
                  <a:pt x="222512" y="491698"/>
                </a:lnTo>
                <a:lnTo>
                  <a:pt x="222512" y="0"/>
                </a:lnTo>
                <a:close/>
              </a:path>
            </a:pathLst>
          </a:cu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14" name="任意多边形 13"/>
          <p:cNvSpPr/>
          <p:nvPr>
            <p:custDataLst>
              <p:tags r:id="rId12"/>
            </p:custDataLst>
          </p:nvPr>
        </p:nvSpPr>
        <p:spPr>
          <a:xfrm>
            <a:off x="8945880" y="5997575"/>
            <a:ext cx="3246120" cy="860425"/>
          </a:xfrm>
          <a:custGeom>
            <a:avLst/>
            <a:gdLst/>
            <a:ahLst/>
            <a:cxnLst>
              <a:cxn ang="3">
                <a:pos x="hc" y="t"/>
              </a:cxn>
              <a:cxn ang="cd2">
                <a:pos x="l" y="vc"/>
              </a:cxn>
              <a:cxn ang="cd4">
                <a:pos x="hc" y="b"/>
              </a:cxn>
              <a:cxn ang="0">
                <a:pos x="r" y="vc"/>
              </a:cxn>
            </a:cxnLst>
            <a:rect l="l" t="t" r="r" b="b"/>
            <a:pathLst>
              <a:path w="5112" h="1355">
                <a:moveTo>
                  <a:pt x="301" y="0"/>
                </a:moveTo>
                <a:lnTo>
                  <a:pt x="5112" y="0"/>
                </a:lnTo>
                <a:lnTo>
                  <a:pt x="5112" y="1355"/>
                </a:lnTo>
                <a:lnTo>
                  <a:pt x="0" y="1355"/>
                </a:lnTo>
                <a:lnTo>
                  <a:pt x="0" y="301"/>
                </a:lnTo>
                <a:cubicBezTo>
                  <a:pt x="0" y="135"/>
                  <a:pt x="135" y="0"/>
                  <a:pt x="30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7" name="标题"/>
          <p:cNvSpPr txBox="1">
            <a:spLocks noGrp="1"/>
          </p:cNvSpPr>
          <p:nvPr>
            <p:ph type="title" idx="1" hasCustomPrompt="1"/>
            <p:custDataLst>
              <p:tags r:id="rId13"/>
            </p:custDataLst>
          </p:nvPr>
        </p:nvSpPr>
        <p:spPr>
          <a:xfrm>
            <a:off x="2273300" y="1901190"/>
            <a:ext cx="8413750" cy="1709420"/>
          </a:xfrm>
          <a:prstGeom prst="rect">
            <a:avLst/>
          </a:prstGeom>
          <a:noFill/>
        </p:spPr>
        <p:txBody>
          <a:bodyPr wrap="square" lIns="91440" tIns="45720" rIns="91440" bIns="45720" rtlCol="0" anchor="b" anchorCtr="0">
            <a:normAutofit/>
          </a:bodyPr>
          <a:lstStyle>
            <a:lvl1pPr marL="0" marR="0" lvl="0" algn="r" defTabSz="914400" rtl="0" eaLnBrk="1" fontAlgn="auto" latinLnBrk="0" hangingPunct="1">
              <a:lnSpc>
                <a:spcPct val="100000"/>
              </a:lnSpc>
              <a:buClrTx/>
              <a:buSzTx/>
              <a:buFontTx/>
              <a:buNone/>
              <a:defRPr kumimoji="0" lang="zh-CN" altLang="en-US" sz="7200" b="0" i="0" u="none" strike="noStrike" kern="1200" cap="none" spc="0" normalizeH="0" baseline="0" noProof="1" dirty="0">
                <a:solidFill>
                  <a:schemeClr val="tx1">
                    <a:lumMod val="85000"/>
                    <a:lumOff val="15000"/>
                  </a:schemeClr>
                </a:solidFill>
                <a:latin typeface="+mj-ea"/>
                <a:ea typeface="+mj-ea"/>
                <a:cs typeface="MiSans Heavy" panose="00000A00000000000000" charset="-122"/>
                <a:sym typeface="+mn-ea"/>
              </a:defRPr>
            </a:lvl1pPr>
          </a:lstStyle>
          <a:p>
            <a:pPr lvl="0" algn="r">
              <a:buClrTx/>
              <a:buSzTx/>
              <a:buFontTx/>
            </a:pPr>
            <a:r>
              <a:rPr dirty="0">
                <a:sym typeface="+mn-ea"/>
              </a:rPr>
              <a:t>单击此处编辑标题</a:t>
            </a:r>
            <a:endParaRPr dirty="0">
              <a:sym typeface="+mn-ea"/>
            </a:endParaRPr>
          </a:p>
        </p:txBody>
      </p:sp>
      <p:sp>
        <p:nvSpPr>
          <p:cNvPr id="4" name="日期占位符 3"/>
          <p:cNvSpPr>
            <a:spLocks noGrp="1"/>
          </p:cNvSpPr>
          <p:nvPr>
            <p:ph type="dt" sz="half" idx="10"/>
            <p:custDataLst>
              <p:tags r:id="rId1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5"/>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18" name="署名占位符 10"/>
          <p:cNvSpPr>
            <a:spLocks noGrp="1"/>
          </p:cNvSpPr>
          <p:nvPr>
            <p:ph type="body" sz="quarter" idx="17" hasCustomPrompt="1"/>
            <p:custDataLst>
              <p:tags r:id="rId17"/>
            </p:custDataLst>
          </p:nvPr>
        </p:nvSpPr>
        <p:spPr>
          <a:xfrm>
            <a:off x="2273299" y="4275976"/>
            <a:ext cx="7589519" cy="656600"/>
          </a:xfrm>
        </p:spPr>
        <p:txBody>
          <a:bodyPr wrap="square" anchor="ctr">
            <a:normAutofit/>
          </a:bodyPr>
          <a:lstStyle>
            <a:lvl1pPr marL="0" indent="0" algn="r">
              <a:lnSpc>
                <a:spcPct val="100000"/>
              </a:lnSpc>
              <a:buNone/>
              <a:defRPr sz="2000" b="0">
                <a:solidFill>
                  <a:schemeClr val="tx1"/>
                </a:solidFill>
                <a:latin typeface="+mj-ea"/>
                <a:ea typeface="+mj-ea"/>
              </a:defRPr>
            </a:lvl1pPr>
          </a:lstStyle>
          <a:p>
            <a:pPr lvl="0"/>
            <a:r>
              <a:rPr lang="zh-CN" altLang="en-US" dirty="0"/>
              <a:t>署名</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8" name="正文"/>
          <p:cNvSpPr txBox="1">
            <a:spLocks noGrp="1"/>
          </p:cNvSpPr>
          <p:nvPr>
            <p:ph idx="3"/>
            <p:custDataLst>
              <p:tags r:id="rId2"/>
            </p:custDataLst>
          </p:nvPr>
        </p:nvSpPr>
        <p:spPr>
          <a:xfrm>
            <a:off x="695960" y="1245235"/>
            <a:ext cx="10800080" cy="493141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ea"/>
                <a:ea typeface="+mn-ea"/>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ea"/>
                <a:ea typeface="+mn-ea"/>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ea"/>
                <a:ea typeface="+mn-ea"/>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pPr>
            <a:r>
              <a:rPr>
                <a:sym typeface="+mn-ea"/>
              </a:rPr>
              <a:t>单击此处编辑母版文本样式</a:t>
            </a:r>
            <a:endParaRPr>
              <a:sym typeface="+mn-ea"/>
            </a:endParaRPr>
          </a:p>
          <a:p>
            <a:pPr lvl="1">
              <a:spcBef>
                <a:spcPts val="1200"/>
              </a:spcBef>
              <a:spcAft>
                <a:spcPts val="0"/>
              </a:spcAft>
            </a:pPr>
            <a:r>
              <a:rPr>
                <a:sym typeface="+mn-ea"/>
              </a:rPr>
              <a:t>第二级</a:t>
            </a:r>
            <a:endParaRPr>
              <a:sym typeface="+mn-ea"/>
            </a:endParaRPr>
          </a:p>
          <a:p>
            <a:pPr lvl="2">
              <a:spcBef>
                <a:spcPts val="1200"/>
              </a:spcBef>
              <a:spcAft>
                <a:spcPts val="0"/>
              </a:spcAft>
            </a:pPr>
            <a:r>
              <a:rPr>
                <a:sym typeface="+mn-ea"/>
              </a:rPr>
              <a:t>第三级</a:t>
            </a:r>
            <a:endParaRPr>
              <a:sym typeface="+mn-ea"/>
            </a:endParaRPr>
          </a:p>
          <a:p>
            <a:pPr lvl="3">
              <a:spcBef>
                <a:spcPts val="1200"/>
              </a:spcBef>
              <a:spcAft>
                <a:spcPts val="0"/>
              </a:spcAft>
            </a:pPr>
            <a:r>
              <a:rPr>
                <a:sym typeface="+mn-ea"/>
              </a:rPr>
              <a:t>第四级</a:t>
            </a:r>
            <a:endParaRPr>
              <a:sym typeface="+mn-ea"/>
            </a:endParaRPr>
          </a:p>
          <a:p>
            <a:pPr lvl="4">
              <a:spcBef>
                <a:spcPts val="1200"/>
              </a:spcBef>
              <a:spcAft>
                <a:spcPts val="0"/>
              </a:spcAft>
            </a:pPr>
            <a:r>
              <a:rPr>
                <a:sym typeface="+mn-ea"/>
              </a:rPr>
              <a:t>第五级</a:t>
            </a:r>
            <a:endParaRPr>
              <a:sym typeface="+mn-ea"/>
            </a:endParaRPr>
          </a:p>
        </p:txBody>
      </p:sp>
      <p:sp>
        <p:nvSpPr>
          <p:cNvPr id="14" name="任意多边形 13"/>
          <p:cNvSpPr/>
          <p:nvPr userDrawn="1">
            <p:custDataLst>
              <p:tags r:id="rId3"/>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7" name="标题"/>
          <p:cNvSpPr>
            <a:spLocks noGrp="1"/>
          </p:cNvSpPr>
          <p:nvPr>
            <p:ph type="title" idx="1"/>
            <p:custDataLst>
              <p:tags r:id="rId4"/>
            </p:custDataLst>
          </p:nvPr>
        </p:nvSpPr>
        <p:spPr>
          <a:xfrm>
            <a:off x="695960" y="360000"/>
            <a:ext cx="10800080" cy="720000"/>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600" b="0" i="0" u="none" strike="noStrike" kern="1200" cap="none" spc="300" normalizeH="0" baseline="0" noProof="1" dirty="0" smtClean="0">
                <a:ln>
                  <a:noFill/>
                  <a:prstDash val="sysDot"/>
                </a:ln>
                <a:solidFill>
                  <a:schemeClr val="tx1">
                    <a:lumMod val="85000"/>
                    <a:lumOff val="15000"/>
                  </a:schemeClr>
                </a:solidFill>
                <a:uFillTx/>
                <a:latin typeface="+mj-lt"/>
                <a:ea typeface="+mj-lt"/>
                <a:cs typeface="MiSans Normal" panose="00000500000000000000" charset="-122"/>
                <a:sym typeface="+mn-ea"/>
              </a:defRPr>
            </a:lvl1pPr>
          </a:lstStyle>
          <a:p>
            <a:pPr lvl="0"/>
            <a:r>
              <a:rPr>
                <a:sym typeface="+mn-ea"/>
              </a:rPr>
              <a:t>单击此处编辑母版标题样式</a:t>
            </a:r>
            <a:endParaRPr>
              <a:sym typeface="+mn-ea"/>
            </a:endParaRPr>
          </a:p>
        </p:txBody>
      </p:sp>
      <p:sp>
        <p:nvSpPr>
          <p:cNvPr id="4" name="日期占位符 3"/>
          <p:cNvSpPr>
            <a:spLocks noGrp="1"/>
          </p:cNvSpPr>
          <p:nvPr>
            <p:ph type="dt" sz="half" idx="10"/>
            <p:custDataLst>
              <p:tags r:id="rId5"/>
            </p:custDataLst>
          </p:nvPr>
        </p:nvSpPr>
        <p:spPr>
          <a:xfrm>
            <a:off x="694055" y="6314440"/>
            <a:ext cx="2618105" cy="316865"/>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7"/>
            </p:custDataLst>
          </p:nvPr>
        </p:nvSpPr>
        <p:spPr>
          <a:xfrm>
            <a:off x="8877300" y="6314440"/>
            <a:ext cx="2618740" cy="316865"/>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cxnSp>
        <p:nvCxnSpPr>
          <p:cNvPr id="60" name="直接连接符 59"/>
          <p:cNvCxnSpPr/>
          <p:nvPr>
            <p:custDataLst>
              <p:tags r:id="rId2"/>
            </p:custDataLst>
          </p:nvPr>
        </p:nvCxnSpPr>
        <p:spPr>
          <a:xfrm>
            <a:off x="3509010" y="1475105"/>
            <a:ext cx="0" cy="4572000"/>
          </a:xfrm>
          <a:prstGeom prst="line">
            <a:avLst/>
          </a:prstGeom>
          <a:ln>
            <a:solidFill>
              <a:schemeClr val="bg2">
                <a:lumMod val="50000"/>
                <a:alpha val="2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8" name="任意多边形 7"/>
          <p:cNvSpPr/>
          <p:nvPr>
            <p:custDataLst>
              <p:tags r:id="rId3"/>
            </p:custDataLst>
          </p:nvPr>
        </p:nvSpPr>
        <p:spPr>
          <a:xfrm>
            <a:off x="-18415" y="0"/>
            <a:ext cx="2251075" cy="871855"/>
          </a:xfrm>
          <a:custGeom>
            <a:avLst/>
            <a:gdLst/>
            <a:ahLst/>
            <a:cxnLst>
              <a:cxn ang="3">
                <a:pos x="hc" y="t"/>
              </a:cxn>
              <a:cxn ang="cd2">
                <a:pos x="l" y="vc"/>
              </a:cxn>
              <a:cxn ang="cd4">
                <a:pos x="hc" y="b"/>
              </a:cxn>
              <a:cxn ang="0">
                <a:pos x="r" y="vc"/>
              </a:cxn>
            </a:cxnLst>
            <a:rect l="l" t="t" r="r" b="b"/>
            <a:pathLst>
              <a:path w="3545" h="1373">
                <a:moveTo>
                  <a:pt x="0" y="0"/>
                </a:moveTo>
                <a:lnTo>
                  <a:pt x="3545" y="0"/>
                </a:lnTo>
                <a:lnTo>
                  <a:pt x="3545" y="1023"/>
                </a:lnTo>
                <a:cubicBezTo>
                  <a:pt x="3545" y="1217"/>
                  <a:pt x="3389" y="1373"/>
                  <a:pt x="3195" y="1373"/>
                </a:cubicBezTo>
                <a:lnTo>
                  <a:pt x="9" y="1373"/>
                </a:lnTo>
                <a:lnTo>
                  <a:pt x="0" y="1373"/>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6" name="标题"/>
          <p:cNvSpPr txBox="1">
            <a:spLocks noGrp="1"/>
          </p:cNvSpPr>
          <p:nvPr>
            <p:ph type="title" idx="1" hasCustomPrompt="1"/>
            <p:custDataLst>
              <p:tags r:id="rId4"/>
            </p:custDataLst>
          </p:nvPr>
        </p:nvSpPr>
        <p:spPr>
          <a:xfrm>
            <a:off x="1166495" y="1793240"/>
            <a:ext cx="1375410" cy="3604895"/>
          </a:xfrm>
          <a:prstGeom prst="rect">
            <a:avLst/>
          </a:prstGeom>
          <a:noFill/>
        </p:spPr>
        <p:txBody>
          <a:bodyPr vert="eaVert" wrap="square" lIns="91440" tIns="45720" rIns="91440" bIns="45720" rtlCol="0" anchor="ctr" anchorCtr="0">
            <a:normAutofit/>
          </a:bodyPr>
          <a:lstStyle>
            <a:lvl1pPr marL="0" marR="0" lvl="0" algn="ctr" defTabSz="914400" rtl="0" eaLnBrk="1" fontAlgn="auto" latinLnBrk="0" hangingPunct="1">
              <a:lnSpc>
                <a:spcPct val="100000"/>
              </a:lnSpc>
              <a:buClrTx/>
              <a:buSzTx/>
              <a:buFontTx/>
              <a:buNone/>
              <a:defRPr kumimoji="0" lang="zh-CN" altLang="en-US" sz="6000" b="0" i="0" u="none" strike="noStrike" kern="1200" cap="none" spc="0" normalizeH="0" baseline="0" noProof="1">
                <a:solidFill>
                  <a:schemeClr val="tx1">
                    <a:lumMod val="85000"/>
                    <a:lumOff val="15000"/>
                  </a:schemeClr>
                </a:solidFill>
                <a:latin typeface="+mj-ea"/>
                <a:ea typeface="+mj-ea"/>
                <a:cs typeface="MiSans Normal" panose="00000500000000000000" charset="-122"/>
                <a:sym typeface="+mn-ea"/>
              </a:defRPr>
            </a:lvl1pPr>
          </a:lstStyle>
          <a:p>
            <a:pPr lvl="0" algn="l">
              <a:buClrTx/>
              <a:buSzTx/>
              <a:buFontTx/>
            </a:pPr>
            <a:r>
              <a:rPr dirty="0">
                <a:sym typeface="+mn-ea"/>
              </a:rPr>
              <a:t>标题</a:t>
            </a:r>
            <a:endParaRPr dirty="0">
              <a:sym typeface="+mn-ea"/>
            </a:endParaRPr>
          </a:p>
        </p:txBody>
      </p:sp>
      <p:sp>
        <p:nvSpPr>
          <p:cNvPr id="3" name="日期占位符 2"/>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12" name="椭圆 11"/>
          <p:cNvSpPr/>
          <p:nvPr>
            <p:custDataLst>
              <p:tags r:id="rId2"/>
            </p:custDataLst>
          </p:nvPr>
        </p:nvSpPr>
        <p:spPr>
          <a:xfrm rot="16200000">
            <a:off x="977900" y="1336040"/>
            <a:ext cx="4351020" cy="4351020"/>
          </a:xfrm>
          <a:prstGeom prst="ellipse">
            <a:avLst/>
          </a:prstGeom>
          <a:solidFill>
            <a:schemeClr val="bg2"/>
          </a:solidFill>
          <a:ln>
            <a:noFill/>
          </a:ln>
          <a:effectLst>
            <a:outerShdw blurRad="495300" dist="38100" dir="2700000" algn="tl" rotWithShape="0">
              <a:schemeClr val="accent1">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lt1"/>
              </a:solidFill>
              <a:cs typeface="MiSans Normal" panose="00000500000000000000" charset="-122"/>
            </a:endParaRPr>
          </a:p>
        </p:txBody>
      </p:sp>
      <p:sp>
        <p:nvSpPr>
          <p:cNvPr id="11" name="椭圆 10"/>
          <p:cNvSpPr/>
          <p:nvPr>
            <p:custDataLst>
              <p:tags r:id="rId3"/>
            </p:custDataLst>
          </p:nvPr>
        </p:nvSpPr>
        <p:spPr>
          <a:xfrm rot="16200000">
            <a:off x="1828800" y="2186940"/>
            <a:ext cx="2649220" cy="2649220"/>
          </a:xfrm>
          <a:prstGeom prst="ellipse">
            <a:avLst/>
          </a:prstGeom>
          <a:solidFill>
            <a:schemeClr val="bg2"/>
          </a:solidFill>
          <a:ln>
            <a:noFill/>
          </a:ln>
          <a:effectLst>
            <a:outerShdw blurRad="4953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lt1"/>
              </a:solidFill>
              <a:cs typeface="MiSans Normal" panose="00000500000000000000" charset="-122"/>
            </a:endParaRPr>
          </a:p>
        </p:txBody>
      </p:sp>
      <p:sp>
        <p:nvSpPr>
          <p:cNvPr id="9" name="弧形 8"/>
          <p:cNvSpPr/>
          <p:nvPr>
            <p:custDataLst>
              <p:tags r:id="rId4"/>
            </p:custDataLst>
          </p:nvPr>
        </p:nvSpPr>
        <p:spPr>
          <a:xfrm>
            <a:off x="301625" y="659765"/>
            <a:ext cx="5703570" cy="5703570"/>
          </a:xfrm>
          <a:prstGeom prst="arc">
            <a:avLst>
              <a:gd name="adj1" fmla="val 16200000"/>
              <a:gd name="adj2" fmla="val 5319923"/>
            </a:avLst>
          </a:prstGeom>
          <a:ln>
            <a:solidFill>
              <a:schemeClr val="bg2">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iSans Normal" panose="00000500000000000000" charset="-122"/>
            </a:endParaRPr>
          </a:p>
        </p:txBody>
      </p:sp>
      <p:sp>
        <p:nvSpPr>
          <p:cNvPr id="10" name="圆角矩形 9"/>
          <p:cNvSpPr/>
          <p:nvPr>
            <p:custDataLst>
              <p:tags r:id="rId5"/>
            </p:custDataLst>
          </p:nvPr>
        </p:nvSpPr>
        <p:spPr>
          <a:xfrm rot="10800000">
            <a:off x="6876415" y="3851910"/>
            <a:ext cx="2408555" cy="15938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a:cs typeface="MiSans Normal" panose="00000500000000000000" charset="-122"/>
            </a:endParaRPr>
          </a:p>
        </p:txBody>
      </p:sp>
      <p:sp>
        <p:nvSpPr>
          <p:cNvPr id="14" name="任意多边形 13"/>
          <p:cNvSpPr/>
          <p:nvPr>
            <p:custDataLst>
              <p:tags r:id="rId6"/>
            </p:custDataLst>
          </p:nvPr>
        </p:nvSpPr>
        <p:spPr>
          <a:xfrm flipV="1">
            <a:off x="8945880" y="0"/>
            <a:ext cx="3246120" cy="860425"/>
          </a:xfrm>
          <a:custGeom>
            <a:avLst/>
            <a:gdLst/>
            <a:ahLst/>
            <a:cxnLst>
              <a:cxn ang="3">
                <a:pos x="hc" y="t"/>
              </a:cxn>
              <a:cxn ang="cd2">
                <a:pos x="l" y="vc"/>
              </a:cxn>
              <a:cxn ang="cd4">
                <a:pos x="hc" y="b"/>
              </a:cxn>
              <a:cxn ang="0">
                <a:pos x="r" y="vc"/>
              </a:cxn>
            </a:cxnLst>
            <a:rect l="l" t="t" r="r" b="b"/>
            <a:pathLst>
              <a:path w="5112" h="1355">
                <a:moveTo>
                  <a:pt x="301" y="0"/>
                </a:moveTo>
                <a:lnTo>
                  <a:pt x="5112" y="0"/>
                </a:lnTo>
                <a:lnTo>
                  <a:pt x="5112" y="1355"/>
                </a:lnTo>
                <a:lnTo>
                  <a:pt x="0" y="1355"/>
                </a:lnTo>
                <a:lnTo>
                  <a:pt x="0" y="301"/>
                </a:lnTo>
                <a:cubicBezTo>
                  <a:pt x="0" y="135"/>
                  <a:pt x="135" y="0"/>
                  <a:pt x="30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8" name="节编号"/>
          <p:cNvSpPr txBox="1">
            <a:spLocks noGrp="1"/>
          </p:cNvSpPr>
          <p:nvPr>
            <p:ph type="body" idx="2" hasCustomPrompt="1"/>
            <p:custDataLst>
              <p:tags r:id="rId7"/>
            </p:custDataLst>
          </p:nvPr>
        </p:nvSpPr>
        <p:spPr>
          <a:xfrm>
            <a:off x="1828800" y="3004185"/>
            <a:ext cx="2649220" cy="1208405"/>
          </a:xfrm>
          <a:prstGeom prst="rect">
            <a:avLst/>
          </a:prstGeom>
          <a:noFill/>
        </p:spPr>
        <p:txBody>
          <a:bodyPr wrap="square" lIns="91440" tIns="45720" rIns="91440" bIns="45720" rtlCol="0" anchor="t" anchorCtr="0">
            <a:normAutofit/>
          </a:bodyPr>
          <a:lstStyle>
            <a:lvl1pPr marL="0" marR="0" lvl="0" algn="ctr" defTabSz="914400" rtl="0" eaLnBrk="1" fontAlgn="auto" latinLnBrk="0" hangingPunct="1">
              <a:lnSpc>
                <a:spcPct val="100000"/>
              </a:lnSpc>
              <a:buClrTx/>
              <a:buSzTx/>
              <a:buFontTx/>
              <a:buNone/>
              <a:defRPr kumimoji="0" lang="en-US" altLang="zh-CN" sz="6000" b="0" i="0" u="none" strike="noStrike" kern="1200" cap="none" spc="200" normalizeH="0" baseline="0" noProof="1">
                <a:solidFill>
                  <a:schemeClr val="tx1">
                    <a:lumMod val="85000"/>
                    <a:lumOff val="15000"/>
                  </a:schemeClr>
                </a:solidFill>
                <a:uFillTx/>
                <a:latin typeface="MiSans Heavy" panose="00000A00000000000000" charset="-122"/>
                <a:ea typeface="MiSans Heavy" panose="00000A00000000000000" charset="-122"/>
                <a:cs typeface="MiSans Normal" panose="00000500000000000000" charset="-122"/>
                <a:sym typeface="+mn-ea"/>
              </a:defRPr>
            </a:lvl1pPr>
          </a:lstStyle>
          <a:p>
            <a:pPr lvl="0" algn="ctr">
              <a:buClrTx/>
              <a:buSzTx/>
              <a:buFontTx/>
            </a:pPr>
            <a:r>
              <a:rPr>
                <a:sym typeface="+mn-ea"/>
              </a:rPr>
              <a:t>节编号</a:t>
            </a:r>
            <a:endParaRPr>
              <a:sym typeface="+mn-ea"/>
            </a:endParaRPr>
          </a:p>
        </p:txBody>
      </p:sp>
      <p:sp>
        <p:nvSpPr>
          <p:cNvPr id="7" name="标题"/>
          <p:cNvSpPr txBox="1">
            <a:spLocks noGrp="1"/>
          </p:cNvSpPr>
          <p:nvPr>
            <p:ph type="title" idx="1" hasCustomPrompt="1"/>
            <p:custDataLst>
              <p:tags r:id="rId8"/>
            </p:custDataLst>
          </p:nvPr>
        </p:nvSpPr>
        <p:spPr>
          <a:xfrm>
            <a:off x="6732905" y="2092325"/>
            <a:ext cx="5005070" cy="1684020"/>
          </a:xfrm>
          <a:prstGeom prst="rect">
            <a:avLst/>
          </a:prstGeom>
          <a:noFill/>
        </p:spPr>
        <p:txBody>
          <a:bodyPr wrap="square" lIns="91440" tIns="45720" rIns="91440" bIns="45720" rtlCol="0" anchor="b" anchorCtr="0">
            <a:normAutofit/>
          </a:bodyPr>
          <a:lstStyle>
            <a:lvl1pPr marL="0" marR="0" lvl="0" algn="l" defTabSz="914400" rtl="0" eaLnBrk="1" fontAlgn="auto" latinLnBrk="0" hangingPunct="1">
              <a:lnSpc>
                <a:spcPct val="100000"/>
              </a:lnSpc>
              <a:buClrTx/>
              <a:buSzTx/>
              <a:buFontTx/>
              <a:buNone/>
              <a:defRPr kumimoji="0" lang="zh-CN" altLang="en-US" sz="4800" b="0" i="0" u="none" strike="noStrike" kern="1200" cap="none" spc="200" normalizeH="0" baseline="0" noProof="1">
                <a:solidFill>
                  <a:schemeClr val="tx1">
                    <a:lumMod val="85000"/>
                    <a:lumOff val="15000"/>
                  </a:schemeClr>
                </a:solidFill>
                <a:uFillTx/>
                <a:latin typeface="+mj-ea"/>
                <a:ea typeface="+mj-ea"/>
                <a:cs typeface="MiSans Normal" panose="00000500000000000000" charset="-122"/>
                <a:sym typeface="+mn-ea"/>
              </a:defRPr>
            </a:lvl1pPr>
          </a:lstStyle>
          <a:p>
            <a:pPr lvl="0" algn="l">
              <a:buClrTx/>
              <a:buSzTx/>
              <a:buFontTx/>
            </a:pPr>
            <a:r>
              <a:rPr>
                <a:sym typeface="+mn-ea"/>
              </a:rPr>
              <a:t>单击编辑标题</a:t>
            </a:r>
            <a:endParaRPr>
              <a:sym typeface="+mn-ea"/>
            </a:endParaRPr>
          </a:p>
        </p:txBody>
      </p:sp>
      <p:sp>
        <p:nvSpPr>
          <p:cNvPr id="4" name="日期占位符 3"/>
          <p:cNvSpPr>
            <a:spLocks noGrp="1"/>
          </p:cNvSpPr>
          <p:nvPr>
            <p:ph type="dt" sz="half" idx="10"/>
            <p:custDataLst>
              <p:tags r:id="rId9"/>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1"/>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showMasterSp="0">
  <p:cSld name="标题和两栏">
    <p:spTree>
      <p:nvGrpSpPr>
        <p:cNvPr id="1" name=""/>
        <p:cNvGrpSpPr/>
        <p:nvPr/>
      </p:nvGrpSpPr>
      <p:grpSpPr>
        <a:xfrm>
          <a:off x="0" y="0"/>
          <a:ext cx="0" cy="0"/>
          <a:chOff x="0" y="0"/>
          <a:chExt cx="0" cy="0"/>
        </a:xfrm>
      </p:grpSpPr>
      <p:sp>
        <p:nvSpPr>
          <p:cNvPr id="10" name="正文"/>
          <p:cNvSpPr txBox="1">
            <a:spLocks noGrp="1"/>
          </p:cNvSpPr>
          <p:nvPr>
            <p:ph idx="4"/>
            <p:custDataLst>
              <p:tags r:id="rId2"/>
            </p:custDataLst>
          </p:nvPr>
        </p:nvSpPr>
        <p:spPr>
          <a:xfrm>
            <a:off x="6400800" y="1245235"/>
            <a:ext cx="5095240" cy="4930775"/>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ea"/>
                <a:ea typeface="+mn-ea"/>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ea"/>
                <a:ea typeface="+mn-ea"/>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ea"/>
                <a:ea typeface="+mn-ea"/>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9" name="正文"/>
          <p:cNvSpPr txBox="1">
            <a:spLocks noGrp="1"/>
          </p:cNvSpPr>
          <p:nvPr>
            <p:ph idx="3"/>
            <p:custDataLst>
              <p:tags r:id="rId3"/>
            </p:custDataLst>
          </p:nvPr>
        </p:nvSpPr>
        <p:spPr>
          <a:xfrm>
            <a:off x="695960" y="1245235"/>
            <a:ext cx="5088890" cy="493077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800"/>
              </a:spcBef>
              <a:spcAft>
                <a:spcPts val="0"/>
              </a:spcAft>
            </a:pPr>
            <a:r>
              <a:rPr>
                <a:sym typeface="+mn-ea"/>
              </a:rPr>
              <a:t>单击此处编辑母版文本样式</a:t>
            </a:r>
            <a:endParaRPr>
              <a:sym typeface="+mn-ea"/>
            </a:endParaRPr>
          </a:p>
          <a:p>
            <a:pPr lvl="1">
              <a:spcBef>
                <a:spcPts val="1800"/>
              </a:spcBef>
              <a:spcAft>
                <a:spcPts val="0"/>
              </a:spcAft>
            </a:pPr>
            <a:r>
              <a:rPr>
                <a:sym typeface="+mn-ea"/>
              </a:rPr>
              <a:t>第二级</a:t>
            </a:r>
            <a:endParaRPr>
              <a:sym typeface="+mn-ea"/>
            </a:endParaRPr>
          </a:p>
          <a:p>
            <a:pPr lvl="2">
              <a:spcBef>
                <a:spcPts val="1800"/>
              </a:spcBef>
              <a:spcAft>
                <a:spcPts val="0"/>
              </a:spcAft>
            </a:pPr>
            <a:r>
              <a:rPr>
                <a:sym typeface="+mn-ea"/>
              </a:rPr>
              <a:t>第三级</a:t>
            </a:r>
            <a:endParaRPr>
              <a:sym typeface="+mn-ea"/>
            </a:endParaRPr>
          </a:p>
          <a:p>
            <a:pPr lvl="3">
              <a:spcBef>
                <a:spcPts val="1800"/>
              </a:spcBef>
              <a:spcAft>
                <a:spcPts val="0"/>
              </a:spcAft>
            </a:pPr>
            <a:r>
              <a:rPr>
                <a:sym typeface="+mn-ea"/>
              </a:rPr>
              <a:t>第四级</a:t>
            </a:r>
            <a:endParaRPr>
              <a:sym typeface="+mn-ea"/>
            </a:endParaRPr>
          </a:p>
          <a:p>
            <a:pPr lvl="4">
              <a:spcBef>
                <a:spcPts val="1800"/>
              </a:spcBef>
              <a:spcAft>
                <a:spcPts val="0"/>
              </a:spcAft>
            </a:pPr>
            <a:r>
              <a:rPr>
                <a:sym typeface="+mn-ea"/>
              </a:rPr>
              <a:t>第五级</a:t>
            </a:r>
            <a:endParaRPr>
              <a:sym typeface="+mn-ea"/>
            </a:endParaRPr>
          </a:p>
        </p:txBody>
      </p:sp>
      <p:sp>
        <p:nvSpPr>
          <p:cNvPr id="14" name="任意多边形 13"/>
          <p:cNvSpPr/>
          <p:nvPr userDrawn="1">
            <p:custDataLst>
              <p:tags r:id="rId4"/>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8" name="标题"/>
          <p:cNvSpPr>
            <a:spLocks noGrp="1"/>
          </p:cNvSpPr>
          <p:nvPr>
            <p:ph type="title" idx="1"/>
            <p:custDataLst>
              <p:tags r:id="rId5"/>
            </p:custDataLst>
          </p:nvPr>
        </p:nvSpPr>
        <p:spPr>
          <a:xfrm>
            <a:off x="695960" y="360000"/>
            <a:ext cx="10800080" cy="720000"/>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600" b="0" i="0" u="none" strike="noStrike" kern="1200" cap="none" spc="300" normalizeH="0" baseline="0" noProof="1" dirty="0" smtClean="0">
                <a:ln>
                  <a:noFill/>
                  <a:prstDash val="sysDot"/>
                </a:ln>
                <a:solidFill>
                  <a:schemeClr val="tx1">
                    <a:lumMod val="85000"/>
                    <a:lumOff val="15000"/>
                  </a:schemeClr>
                </a:solidFill>
                <a:uFillTx/>
                <a:latin typeface="+mj-lt"/>
                <a:ea typeface="+mj-lt"/>
                <a:cs typeface="MiSans Normal" panose="00000500000000000000" charset="-122"/>
              </a:defRPr>
            </a:lvl1pPr>
          </a:lstStyle>
          <a:p>
            <a:pPr lvl="0"/>
            <a:r>
              <a:rPr>
                <a:sym typeface="+mn-ea"/>
              </a:rPr>
              <a:t>单击此处编辑母版标题样式</a:t>
            </a:r>
            <a:endParaRPr>
              <a:sym typeface="+mn-ea"/>
            </a:endParaRPr>
          </a:p>
        </p:txBody>
      </p:sp>
      <p:sp>
        <p:nvSpPr>
          <p:cNvPr id="5" name="日期占位符 4"/>
          <p:cNvSpPr>
            <a:spLocks noGrp="1"/>
          </p:cNvSpPr>
          <p:nvPr>
            <p:ph type="dt" sz="half" idx="10"/>
            <p:custDataLst>
              <p:tags r:id="rId6"/>
            </p:custDataLst>
          </p:nvPr>
        </p:nvSpPr>
        <p:spPr>
          <a:xfrm>
            <a:off x="694055" y="6314440"/>
            <a:ext cx="2618105" cy="316865"/>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7"/>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8"/>
            </p:custDataLst>
          </p:nvPr>
        </p:nvSpPr>
        <p:spPr>
          <a:xfrm>
            <a:off x="8877300" y="6314440"/>
            <a:ext cx="2618740" cy="316865"/>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showMasterSp="0">
  <p:cSld name="标题和比较">
    <p:spTree>
      <p:nvGrpSpPr>
        <p:cNvPr id="1" name=""/>
        <p:cNvGrpSpPr/>
        <p:nvPr/>
      </p:nvGrpSpPr>
      <p:grpSpPr>
        <a:xfrm>
          <a:off x="0" y="0"/>
          <a:ext cx="0" cy="0"/>
          <a:chOff x="0" y="0"/>
          <a:chExt cx="0" cy="0"/>
        </a:xfrm>
      </p:grpSpPr>
      <p:sp>
        <p:nvSpPr>
          <p:cNvPr id="15" name="正文"/>
          <p:cNvSpPr txBox="1">
            <a:spLocks noGrp="1"/>
          </p:cNvSpPr>
          <p:nvPr>
            <p:ph idx="6"/>
            <p:custDataLst>
              <p:tags r:id="rId2"/>
            </p:custDataLst>
          </p:nvPr>
        </p:nvSpPr>
        <p:spPr>
          <a:xfrm>
            <a:off x="6235065" y="1671955"/>
            <a:ext cx="5260975" cy="450469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ea"/>
                <a:ea typeface="+mn-ea"/>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ea"/>
                <a:ea typeface="+mn-ea"/>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ea"/>
                <a:ea typeface="+mn-ea"/>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4" name="标题"/>
          <p:cNvSpPr txBox="1">
            <a:spLocks noGrp="1"/>
          </p:cNvSpPr>
          <p:nvPr>
            <p:ph type="title" idx="5"/>
            <p:custDataLst>
              <p:tags r:id="rId3"/>
            </p:custDataLst>
          </p:nvPr>
        </p:nvSpPr>
        <p:spPr>
          <a:xfrm>
            <a:off x="6235065" y="1247140"/>
            <a:ext cx="5260975" cy="40005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lumMod val="85000"/>
                    <a:lumOff val="15000"/>
                  </a:schemeClr>
                </a:solidFill>
                <a:latin typeface="+mj-ea"/>
                <a:ea typeface="+mj-ea"/>
                <a:cs typeface="MiSans Normal" panose="00000500000000000000" charset="-122"/>
              </a:defRPr>
            </a:lvl1pPr>
          </a:lstStyle>
          <a:p>
            <a:pPr lvl="0"/>
            <a:r>
              <a:rPr>
                <a:sym typeface="+mn-ea"/>
              </a:rPr>
              <a:t>单击此处编辑母版标题样式</a:t>
            </a:r>
            <a:endParaRPr>
              <a:sym typeface="+mn-ea"/>
            </a:endParaRPr>
          </a:p>
        </p:txBody>
      </p:sp>
      <p:sp>
        <p:nvSpPr>
          <p:cNvPr id="13" name="正文"/>
          <p:cNvSpPr txBox="1">
            <a:spLocks noGrp="1"/>
          </p:cNvSpPr>
          <p:nvPr>
            <p:ph idx="4"/>
            <p:custDataLst>
              <p:tags r:id="rId4"/>
            </p:custDataLst>
          </p:nvPr>
        </p:nvSpPr>
        <p:spPr>
          <a:xfrm>
            <a:off x="695325" y="1671955"/>
            <a:ext cx="5255260" cy="450469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ea"/>
                <a:ea typeface="+mn-ea"/>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ea"/>
                <a:ea typeface="+mn-ea"/>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ea"/>
                <a:ea typeface="+mn-ea"/>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2" name="标题"/>
          <p:cNvSpPr txBox="1">
            <a:spLocks noGrp="1"/>
          </p:cNvSpPr>
          <p:nvPr>
            <p:ph type="title" idx="3"/>
            <p:custDataLst>
              <p:tags r:id="rId5"/>
            </p:custDataLst>
          </p:nvPr>
        </p:nvSpPr>
        <p:spPr>
          <a:xfrm>
            <a:off x="695325" y="1247140"/>
            <a:ext cx="5255260" cy="40005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a:solidFill>
                  <a:schemeClr val="tx1">
                    <a:lumMod val="85000"/>
                    <a:lumOff val="15000"/>
                  </a:schemeClr>
                </a:solidFill>
                <a:latin typeface="+mj-ea"/>
                <a:ea typeface="+mj-ea"/>
                <a:cs typeface="MiSans Normal" panose="00000500000000000000" charset="-122"/>
              </a:defRPr>
            </a:lvl1pPr>
          </a:lstStyle>
          <a:p>
            <a:pPr lvl="0"/>
            <a:r>
              <a:rPr>
                <a:sym typeface="+mn-ea"/>
              </a:rPr>
              <a:t>单击此处编辑母版标题样式</a:t>
            </a:r>
            <a:endParaRPr>
              <a:sym typeface="+mn-ea"/>
            </a:endParaRPr>
          </a:p>
        </p:txBody>
      </p:sp>
      <p:sp>
        <p:nvSpPr>
          <p:cNvPr id="11" name="任意多边形 10"/>
          <p:cNvSpPr/>
          <p:nvPr userDrawn="1">
            <p:custDataLst>
              <p:tags r:id="rId6"/>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10" name="标题"/>
          <p:cNvSpPr txBox="1">
            <a:spLocks noGrp="1"/>
          </p:cNvSpPr>
          <p:nvPr>
            <p:ph type="title" idx="1"/>
            <p:custDataLst>
              <p:tags r:id="rId7"/>
            </p:custDataLst>
          </p:nvPr>
        </p:nvSpPr>
        <p:spPr>
          <a:xfrm>
            <a:off x="695960" y="360000"/>
            <a:ext cx="10800080" cy="720000"/>
          </a:xfrm>
          <a:prstGeom prst="rect">
            <a:avLst/>
          </a:prstGeom>
          <a:noFill/>
        </p:spPr>
        <p:txBody>
          <a:bodyPr wrap="square" rtlCol="0" anchor="b" anchorCtr="0">
            <a:normAutofit/>
          </a:bodyPr>
          <a:lstStyle>
            <a:lvl1pPr marL="0" marR="0" lvl="0" algn="l" defTabSz="914400" rtl="0" eaLnBrk="1" fontAlgn="auto" latinLnBrk="0" hangingPunct="1">
              <a:lnSpc>
                <a:spcPct val="100000"/>
              </a:lnSpc>
              <a:buClrTx/>
              <a:buSzTx/>
              <a:buFontTx/>
              <a:buNone/>
              <a:defRPr kumimoji="0" lang="zh-CN" altLang="en-US" sz="3200" b="0" i="0" u="none" strike="noStrike" kern="1200" cap="none" spc="300" normalizeH="0" baseline="0" noProof="1" dirty="0">
                <a:ln>
                  <a:noFill/>
                  <a:prstDash val="sysDot"/>
                </a:ln>
                <a:solidFill>
                  <a:schemeClr val="tx1">
                    <a:lumMod val="85000"/>
                    <a:lumOff val="15000"/>
                  </a:schemeClr>
                </a:solidFill>
                <a:latin typeface="+mj-lt"/>
                <a:ea typeface="+mj-lt"/>
                <a:cs typeface="MiSans Normal" panose="00000500000000000000" charset="-122"/>
                <a:sym typeface="+mn-ea"/>
              </a:defRPr>
            </a:lvl1pPr>
          </a:lstStyle>
          <a:p>
            <a:pPr lvl="0" algn="l">
              <a:buClrTx/>
              <a:buSzTx/>
              <a:buFontTx/>
            </a:pPr>
            <a:r>
              <a:rPr>
                <a:sym typeface="+mn-ea"/>
              </a:rPr>
              <a:t>单击此处编辑母版标题样式</a:t>
            </a:r>
            <a:endParaRPr>
              <a:sym typeface="+mn-ea"/>
            </a:endParaRPr>
          </a:p>
        </p:txBody>
      </p:sp>
      <p:sp>
        <p:nvSpPr>
          <p:cNvPr id="7" name="日期占位符 6"/>
          <p:cNvSpPr>
            <a:spLocks noGrp="1"/>
          </p:cNvSpPr>
          <p:nvPr>
            <p:ph type="dt" sz="half" idx="10"/>
            <p:custDataLst>
              <p:tags r:id="rId8"/>
            </p:custDataLst>
          </p:nvPr>
        </p:nvSpPr>
        <p:spPr>
          <a:xfrm>
            <a:off x="699135" y="6314440"/>
            <a:ext cx="2613025" cy="316865"/>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9"/>
            </p:custDataLst>
          </p:nvPr>
        </p:nvSpPr>
        <p:spPr>
          <a:xfrm>
            <a:off x="4116000" y="6314400"/>
            <a:ext cx="3960000" cy="316800"/>
          </a:xfrm>
        </p:spPr>
        <p:txBody>
          <a:bodyPr/>
          <a:lstStyle/>
          <a:p>
            <a:endParaRPr lang="zh-CN" altLang="en-US" dirty="0"/>
          </a:p>
        </p:txBody>
      </p:sp>
      <p:sp>
        <p:nvSpPr>
          <p:cNvPr id="9" name="灯片编号占位符 8"/>
          <p:cNvSpPr>
            <a:spLocks noGrp="1"/>
          </p:cNvSpPr>
          <p:nvPr>
            <p:ph type="sldNum" sz="quarter" idx="12"/>
            <p:custDataLst>
              <p:tags r:id="rId10"/>
            </p:custDataLst>
          </p:nvPr>
        </p:nvSpPr>
        <p:spPr>
          <a:xfrm>
            <a:off x="8877300" y="6314440"/>
            <a:ext cx="2618740" cy="316865"/>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showMasterSp="0">
  <p:cSld name="仅标题">
    <p:spTree>
      <p:nvGrpSpPr>
        <p:cNvPr id="1" name=""/>
        <p:cNvGrpSpPr/>
        <p:nvPr/>
      </p:nvGrpSpPr>
      <p:grpSpPr>
        <a:xfrm>
          <a:off x="0" y="0"/>
          <a:ext cx="0" cy="0"/>
          <a:chOff x="0" y="0"/>
          <a:chExt cx="0" cy="0"/>
        </a:xfrm>
      </p:grpSpPr>
      <p:sp>
        <p:nvSpPr>
          <p:cNvPr id="7" name="任意多边形 6"/>
          <p:cNvSpPr/>
          <p:nvPr userDrawn="1">
            <p:custDataLst>
              <p:tags r:id="rId2"/>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6" name="标题"/>
          <p:cNvSpPr txBox="1">
            <a:spLocks noGrp="1"/>
          </p:cNvSpPr>
          <p:nvPr>
            <p:ph type="title" idx="1"/>
            <p:custDataLst>
              <p:tags r:id="rId3"/>
            </p:custDataLst>
          </p:nvPr>
        </p:nvSpPr>
        <p:spPr>
          <a:xfrm>
            <a:off x="695960" y="360000"/>
            <a:ext cx="10800080" cy="720000"/>
          </a:xfrm>
          <a:prstGeom prst="rect">
            <a:avLst/>
          </a:prstGeom>
          <a:noFill/>
        </p:spPr>
        <p:txBody>
          <a:bodyPr wrap="square" rtlCol="0" anchor="b" anchorCtr="0">
            <a:normAutofit/>
          </a:bodyPr>
          <a:lstStyle>
            <a:lvl1pPr marL="0" marR="0" lvl="0" algn="l" defTabSz="914400" rtl="0" eaLnBrk="1" fontAlgn="auto" latinLnBrk="0" hangingPunct="1">
              <a:lnSpc>
                <a:spcPct val="100000"/>
              </a:lnSpc>
              <a:buClrTx/>
              <a:buSzTx/>
              <a:buFontTx/>
              <a:buNone/>
              <a:defRPr kumimoji="0" lang="zh-CN" altLang="en-US" sz="3200" b="0" i="0" u="none" strike="noStrike" kern="1200" cap="none" spc="300" normalizeH="0" baseline="0" noProof="1" dirty="0">
                <a:ln>
                  <a:noFill/>
                  <a:prstDash val="sysDot"/>
                </a:ln>
                <a:solidFill>
                  <a:schemeClr val="tx1">
                    <a:lumMod val="85000"/>
                    <a:lumOff val="15000"/>
                  </a:schemeClr>
                </a:solidFill>
                <a:latin typeface="+mj-lt"/>
                <a:ea typeface="+mj-lt"/>
                <a:cs typeface="MiSans Normal" panose="00000500000000000000" charset="-122"/>
                <a:sym typeface="+mn-ea"/>
              </a:defRPr>
            </a:lvl1pPr>
          </a:lstStyle>
          <a:p>
            <a:pPr lvl="0" algn="l">
              <a:buClrTx/>
              <a:buSzTx/>
              <a:buFontTx/>
            </a:pPr>
            <a:r>
              <a:rPr>
                <a:sym typeface="+mn-ea"/>
              </a:rPr>
              <a:t>单击此处编辑母版标题样式</a:t>
            </a:r>
            <a:endParaRPr>
              <a:sym typeface="+mn-ea"/>
            </a:endParaRPr>
          </a:p>
        </p:txBody>
      </p:sp>
      <p:sp>
        <p:nvSpPr>
          <p:cNvPr id="3" name="日期占位符 2"/>
          <p:cNvSpPr>
            <a:spLocks noGrp="1"/>
          </p:cNvSpPr>
          <p:nvPr>
            <p:ph type="dt" sz="half" idx="10"/>
            <p:custDataLst>
              <p:tags r:id="rId4"/>
            </p:custDataLst>
          </p:nvPr>
        </p:nvSpPr>
        <p:spPr>
          <a:xfrm>
            <a:off x="699135" y="6314440"/>
            <a:ext cx="2613025" cy="316865"/>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8877300" y="6314440"/>
            <a:ext cx="2618740" cy="316865"/>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14" name="任意多边形 13"/>
          <p:cNvSpPr/>
          <p:nvPr>
            <p:custDataLst>
              <p:tags r:id="rId2"/>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2" name="日期占位符 1"/>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4"/>
            </p:custDataLst>
          </p:nvPr>
        </p:nvSpPr>
        <p:spPr/>
        <p:txBody>
          <a:bodyPr/>
          <a:lstStyle/>
          <a:p>
            <a:endParaRPr lang="zh-CN" altLang="en-US" dirty="0"/>
          </a:p>
        </p:txBody>
      </p:sp>
      <p:sp>
        <p:nvSpPr>
          <p:cNvPr id="4" name="灯片编号占位符 3"/>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showMasterSp="0">
  <p:cSld name="仅内容">
    <p:spTree>
      <p:nvGrpSpPr>
        <p:cNvPr id="1" name=""/>
        <p:cNvGrpSpPr/>
        <p:nvPr/>
      </p:nvGrpSpPr>
      <p:grpSpPr>
        <a:xfrm>
          <a:off x="0" y="0"/>
          <a:ext cx="0" cy="0"/>
          <a:chOff x="0" y="0"/>
          <a:chExt cx="0" cy="0"/>
        </a:xfrm>
      </p:grpSpPr>
      <p:sp>
        <p:nvSpPr>
          <p:cNvPr id="7" name="正文"/>
          <p:cNvSpPr txBox="1">
            <a:spLocks noGrp="1"/>
          </p:cNvSpPr>
          <p:nvPr>
            <p:ph idx="2"/>
            <p:custDataLst>
              <p:tags r:id="rId2"/>
            </p:custDataLst>
          </p:nvPr>
        </p:nvSpPr>
        <p:spPr>
          <a:xfrm>
            <a:off x="695960" y="360045"/>
            <a:ext cx="10801985" cy="581787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ea"/>
                <a:ea typeface="+mn-ea"/>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ea"/>
                <a:ea typeface="+mn-ea"/>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ea"/>
                <a:ea typeface="+mn-ea"/>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4" name="任意多边形 13"/>
          <p:cNvSpPr/>
          <p:nvPr userDrawn="1">
            <p:custDataLst>
              <p:tags r:id="rId3"/>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4" name="日期占位符 3"/>
          <p:cNvSpPr>
            <a:spLocks noGrp="1"/>
          </p:cNvSpPr>
          <p:nvPr>
            <p:ph type="dt" sz="half" idx="10"/>
            <p:custDataLst>
              <p:tags r:id="rId4"/>
            </p:custDataLst>
          </p:nvPr>
        </p:nvSpPr>
        <p:spPr>
          <a:xfrm>
            <a:off x="699135" y="6314440"/>
            <a:ext cx="2613025" cy="316865"/>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6"/>
            </p:custDataLst>
          </p:nvPr>
        </p:nvSpPr>
        <p:spPr>
          <a:xfrm>
            <a:off x="8877300" y="6314440"/>
            <a:ext cx="2618740" cy="316865"/>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showMasterSp="0">
  <p:cSld name="标题和副标题">
    <p:spTree>
      <p:nvGrpSpPr>
        <p:cNvPr id="1" name=""/>
        <p:cNvGrpSpPr/>
        <p:nvPr/>
      </p:nvGrpSpPr>
      <p:grpSpPr>
        <a:xfrm>
          <a:off x="0" y="0"/>
          <a:ext cx="0" cy="0"/>
          <a:chOff x="0" y="0"/>
          <a:chExt cx="0" cy="0"/>
        </a:xfrm>
      </p:grpSpPr>
      <p:sp>
        <p:nvSpPr>
          <p:cNvPr id="8" name="任意多边形 7"/>
          <p:cNvSpPr/>
          <p:nvPr userDrawn="1">
            <p:custDataLst>
              <p:tags r:id="rId2"/>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7" name="副标题"/>
          <p:cNvSpPr txBox="1">
            <a:spLocks noGrp="1"/>
          </p:cNvSpPr>
          <p:nvPr>
            <p:ph type="body" idx="2" hasCustomPrompt="1"/>
            <p:custDataLst>
              <p:tags r:id="rId3"/>
            </p:custDataLst>
          </p:nvPr>
        </p:nvSpPr>
        <p:spPr>
          <a:xfrm>
            <a:off x="695960" y="1301750"/>
            <a:ext cx="10799088" cy="40555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300" normalizeH="0" baseline="0" noProof="1" dirty="0">
                <a:solidFill>
                  <a:schemeClr val="tx1">
                    <a:lumMod val="75000"/>
                    <a:lumOff val="25000"/>
                  </a:schemeClr>
                </a:solidFill>
                <a:latin typeface="+mn-lt"/>
                <a:ea typeface="+mn-lt"/>
                <a:cs typeface="MiSans Normal" panose="00000500000000000000" charset="-122"/>
              </a:defRPr>
            </a:lvl1pPr>
          </a:lstStyle>
          <a:p>
            <a:pPr lvl="0" algn="l"/>
            <a:r>
              <a:rPr>
                <a:sym typeface="+mn-ea"/>
              </a:rPr>
              <a:t>单击此处编辑母版副标题样式</a:t>
            </a:r>
            <a:endParaRPr>
              <a:sym typeface="+mn-ea"/>
            </a:endParaRPr>
          </a:p>
        </p:txBody>
      </p:sp>
      <p:sp>
        <p:nvSpPr>
          <p:cNvPr id="6" name="标题"/>
          <p:cNvSpPr txBox="1">
            <a:spLocks noGrp="1"/>
          </p:cNvSpPr>
          <p:nvPr>
            <p:ph type="title" idx="1"/>
            <p:custDataLst>
              <p:tags r:id="rId4"/>
            </p:custDataLst>
          </p:nvPr>
        </p:nvSpPr>
        <p:spPr>
          <a:xfrm>
            <a:off x="695960" y="360000"/>
            <a:ext cx="10800080" cy="720000"/>
          </a:xfrm>
          <a:prstGeom prst="rect">
            <a:avLst/>
          </a:prstGeom>
          <a:noFill/>
        </p:spPr>
        <p:txBody>
          <a:bodyPr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0" i="0" u="none" strike="noStrike" kern="1200" cap="none" spc="300" normalizeH="0" baseline="0" noProof="1" dirty="0">
                <a:ln>
                  <a:noFill/>
                  <a:prstDash val="sysDot"/>
                </a:ln>
                <a:solidFill>
                  <a:schemeClr val="tx1">
                    <a:lumMod val="85000"/>
                    <a:lumOff val="15000"/>
                  </a:schemeClr>
                </a:solidFill>
                <a:latin typeface="+mj-lt"/>
                <a:ea typeface="+mj-lt"/>
                <a:cs typeface="MiSans Normal" panose="00000500000000000000" charset="-122"/>
                <a:sym typeface="+mn-ea"/>
              </a:defRPr>
            </a:lvl1pPr>
          </a:lstStyle>
          <a:p>
            <a:pPr lvl="0" algn="l">
              <a:buClrTx/>
              <a:buSzTx/>
              <a:buFontTx/>
            </a:pPr>
            <a:r>
              <a:rPr>
                <a:sym typeface="+mn-ea"/>
              </a:rPr>
              <a:t>单击此处编辑母版标题样式</a:t>
            </a:r>
            <a:endParaRPr>
              <a:sym typeface="+mn-ea"/>
            </a:endParaRPr>
          </a:p>
        </p:txBody>
      </p:sp>
      <p:sp>
        <p:nvSpPr>
          <p:cNvPr id="3" name="日期占位符 2"/>
          <p:cNvSpPr>
            <a:spLocks noGrp="1"/>
          </p:cNvSpPr>
          <p:nvPr>
            <p:ph type="dt" sz="half" idx="10"/>
            <p:custDataLst>
              <p:tags r:id="rId5"/>
            </p:custDataLst>
          </p:nvPr>
        </p:nvSpPr>
        <p:spPr>
          <a:xfrm>
            <a:off x="694055" y="6314440"/>
            <a:ext cx="2618105" cy="316865"/>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8877300" y="6314440"/>
            <a:ext cx="2618740" cy="316865"/>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bg2"/>
        </a:solidFill>
        <a:effectLst/>
      </p:bgPr>
    </p:bg>
    <p:spTree>
      <p:nvGrpSpPr>
        <p:cNvPr id="1" name=""/>
        <p:cNvGrpSpPr/>
        <p:nvPr/>
      </p:nvGrpSpPr>
      <p:grpSpPr>
        <a:xfrm>
          <a:off x="0" y="0"/>
          <a:ext cx="0" cy="0"/>
          <a:chOff x="0" y="0"/>
          <a:chExt cx="0" cy="0"/>
        </a:xfrm>
      </p:grpSpPr>
      <p:sp>
        <p:nvSpPr>
          <p:cNvPr id="23" name="任意多边形 22"/>
          <p:cNvSpPr/>
          <p:nvPr userDrawn="1">
            <p:custDataLst>
              <p:tags r:id="rId2"/>
            </p:custDataLst>
          </p:nvPr>
        </p:nvSpPr>
        <p:spPr>
          <a:xfrm>
            <a:off x="-14605" y="-1"/>
            <a:ext cx="6006465" cy="6858001"/>
          </a:xfrm>
          <a:custGeom>
            <a:avLst/>
            <a:gdLst/>
            <a:ahLst/>
            <a:cxnLst>
              <a:cxn ang="3">
                <a:pos x="hc" y="t"/>
              </a:cxn>
              <a:cxn ang="cd2">
                <a:pos x="l" y="vc"/>
              </a:cxn>
              <a:cxn ang="cd4">
                <a:pos x="hc" y="b"/>
              </a:cxn>
              <a:cxn ang="0">
                <a:pos x="r" y="vc"/>
              </a:cxn>
            </a:cxnLst>
            <a:rect l="l" t="t" r="r" b="b"/>
            <a:pathLst>
              <a:path w="9459" h="10862">
                <a:moveTo>
                  <a:pt x="0" y="0"/>
                </a:moveTo>
                <a:lnTo>
                  <a:pt x="7595" y="0"/>
                </a:lnTo>
                <a:lnTo>
                  <a:pt x="7612" y="22"/>
                </a:lnTo>
                <a:cubicBezTo>
                  <a:pt x="8770" y="1514"/>
                  <a:pt x="9459" y="3388"/>
                  <a:pt x="9459" y="5423"/>
                </a:cubicBezTo>
                <a:cubicBezTo>
                  <a:pt x="9459" y="7458"/>
                  <a:pt x="8770" y="9332"/>
                  <a:pt x="7612" y="10824"/>
                </a:cubicBezTo>
                <a:lnTo>
                  <a:pt x="7582" y="10862"/>
                </a:lnTo>
                <a:lnTo>
                  <a:pt x="0" y="10862"/>
                </a:lnTo>
                <a:lnTo>
                  <a:pt x="0" y="0"/>
                </a:lnTo>
                <a:close/>
              </a:path>
            </a:pathLst>
          </a:custGeom>
          <a:solidFill>
            <a:schemeClr val="bg2"/>
          </a:solidFill>
          <a:ln>
            <a:noFill/>
          </a:ln>
          <a:effectLst>
            <a:outerShdw blurRad="495300" dist="381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cs typeface="MiSans Normal" panose="00000500000000000000" charset="-122"/>
            </a:endParaRPr>
          </a:p>
        </p:txBody>
      </p:sp>
      <p:sp>
        <p:nvSpPr>
          <p:cNvPr id="24" name="任意多边形 23"/>
          <p:cNvSpPr/>
          <p:nvPr userDrawn="1">
            <p:custDataLst>
              <p:tags r:id="rId3"/>
            </p:custDataLst>
          </p:nvPr>
        </p:nvSpPr>
        <p:spPr>
          <a:xfrm rot="16200000">
            <a:off x="-1383664" y="1369058"/>
            <a:ext cx="6858000" cy="4119881"/>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0858" h="6488">
                <a:moveTo>
                  <a:pt x="0" y="0"/>
                </a:moveTo>
                <a:lnTo>
                  <a:pt x="10858" y="0"/>
                </a:lnTo>
                <a:lnTo>
                  <a:pt x="10858" y="2789"/>
                </a:lnTo>
                <a:lnTo>
                  <a:pt x="10834" y="2850"/>
                </a:lnTo>
                <a:cubicBezTo>
                  <a:pt x="9962" y="4984"/>
                  <a:pt x="7865" y="6488"/>
                  <a:pt x="5417" y="6488"/>
                </a:cubicBezTo>
                <a:cubicBezTo>
                  <a:pt x="2982" y="6488"/>
                  <a:pt x="895" y="5001"/>
                  <a:pt x="15" y="2885"/>
                </a:cubicBezTo>
                <a:lnTo>
                  <a:pt x="0" y="2849"/>
                </a:lnTo>
                <a:lnTo>
                  <a:pt x="0" y="0"/>
                </a:lnTo>
                <a:close/>
              </a:path>
            </a:pathLst>
          </a:custGeom>
          <a:solidFill>
            <a:schemeClr val="bg2"/>
          </a:solidFill>
          <a:ln>
            <a:noFill/>
          </a:ln>
          <a:effectLst>
            <a:outerShdw blurRad="495300" dist="152400" dir="2700000"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cs typeface="MiSans Normal" panose="00000500000000000000" charset="-122"/>
            </a:endParaRPr>
          </a:p>
        </p:txBody>
      </p:sp>
      <p:sp>
        <p:nvSpPr>
          <p:cNvPr id="26" name="任意多边形 25"/>
          <p:cNvSpPr/>
          <p:nvPr userDrawn="1">
            <p:custDataLst>
              <p:tags r:id="rId4"/>
            </p:custDataLst>
          </p:nvPr>
        </p:nvSpPr>
        <p:spPr>
          <a:xfrm rot="16200000">
            <a:off x="-1336642" y="2318743"/>
            <a:ext cx="4864351" cy="2220278"/>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7660" h="3514">
                <a:moveTo>
                  <a:pt x="0" y="0"/>
                </a:moveTo>
                <a:lnTo>
                  <a:pt x="7660" y="0"/>
                </a:lnTo>
                <a:lnTo>
                  <a:pt x="7659" y="14"/>
                </a:lnTo>
                <a:cubicBezTo>
                  <a:pt x="7485" y="1975"/>
                  <a:pt x="5837" y="3514"/>
                  <a:pt x="3830" y="3514"/>
                </a:cubicBezTo>
                <a:cubicBezTo>
                  <a:pt x="1822" y="3514"/>
                  <a:pt x="173" y="1974"/>
                  <a:pt x="1" y="10"/>
                </a:cubicBezTo>
                <a:lnTo>
                  <a:pt x="0" y="0"/>
                </a:lnTo>
                <a:close/>
              </a:path>
            </a:pathLst>
          </a:custGeom>
          <a:solidFill>
            <a:schemeClr val="bg2"/>
          </a:solidFill>
          <a:ln>
            <a:noFill/>
          </a:ln>
          <a:effectLst>
            <a:outerShdw blurRad="4953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cs typeface="MiSans Normal" panose="00000500000000000000" charset="-122"/>
            </a:endParaRPr>
          </a:p>
        </p:txBody>
      </p:sp>
      <p:sp>
        <p:nvSpPr>
          <p:cNvPr id="30" name="圆角矩形 29"/>
          <p:cNvSpPr/>
          <p:nvPr userDrawn="1">
            <p:custDataLst>
              <p:tags r:id="rId5"/>
            </p:custDataLst>
          </p:nvPr>
        </p:nvSpPr>
        <p:spPr>
          <a:xfrm rot="10800000">
            <a:off x="5155565" y="3855720"/>
            <a:ext cx="5383530" cy="11112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a:cs typeface="MiSans Normal" panose="00000500000000000000" charset="-122"/>
            </a:endParaRPr>
          </a:p>
        </p:txBody>
      </p:sp>
      <p:cxnSp>
        <p:nvCxnSpPr>
          <p:cNvPr id="32" name="直接连接符 31"/>
          <p:cNvCxnSpPr/>
          <p:nvPr userDrawn="1">
            <p:custDataLst>
              <p:tags r:id="rId6"/>
            </p:custDataLst>
          </p:nvPr>
        </p:nvCxnSpPr>
        <p:spPr>
          <a:xfrm>
            <a:off x="11197590" y="2981325"/>
            <a:ext cx="21590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userDrawn="1">
            <p:custDataLst>
              <p:tags r:id="rId7"/>
            </p:custDataLst>
          </p:nvPr>
        </p:nvCxnSpPr>
        <p:spPr>
          <a:xfrm>
            <a:off x="11305540" y="1912620"/>
            <a:ext cx="0" cy="59499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custDataLst>
              <p:tags r:id="rId8"/>
            </p:custDataLst>
          </p:nvPr>
        </p:nvCxnSpPr>
        <p:spPr>
          <a:xfrm>
            <a:off x="11305540" y="3455035"/>
            <a:ext cx="0" cy="63690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7" name="椭圆 36"/>
          <p:cNvSpPr/>
          <p:nvPr userDrawn="1">
            <p:custDataLst>
              <p:tags r:id="rId9"/>
            </p:custDataLst>
          </p:nvPr>
        </p:nvSpPr>
        <p:spPr>
          <a:xfrm>
            <a:off x="10016490" y="4434205"/>
            <a:ext cx="538480" cy="53848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cs typeface="MiSans Normal" panose="00000500000000000000" charset="-122"/>
            </a:endParaRPr>
          </a:p>
        </p:txBody>
      </p:sp>
      <p:sp>
        <p:nvSpPr>
          <p:cNvPr id="38" name="椭圆 37"/>
          <p:cNvSpPr/>
          <p:nvPr userDrawn="1">
            <p:custDataLst>
              <p:tags r:id="rId10"/>
            </p:custDataLst>
          </p:nvPr>
        </p:nvSpPr>
        <p:spPr>
          <a:xfrm>
            <a:off x="10123170" y="4540885"/>
            <a:ext cx="325120" cy="3251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2500" lnSpcReduction="20000"/>
          </a:bodyPr>
          <a:lstStyle/>
          <a:p>
            <a:pPr algn="ctr"/>
            <a:endParaRPr lang="zh-CN" altLang="en-US">
              <a:cs typeface="MiSans Normal" panose="00000500000000000000" charset="-122"/>
            </a:endParaRPr>
          </a:p>
        </p:txBody>
      </p:sp>
      <p:sp>
        <p:nvSpPr>
          <p:cNvPr id="39" name="向下箭头"/>
          <p:cNvSpPr/>
          <p:nvPr userDrawn="1">
            <p:custDataLst>
              <p:tags r:id="rId11"/>
            </p:custDataLst>
          </p:nvPr>
        </p:nvSpPr>
        <p:spPr>
          <a:xfrm>
            <a:off x="10227310" y="4633595"/>
            <a:ext cx="118745" cy="139700"/>
          </a:xfrm>
          <a:custGeom>
            <a:avLst/>
            <a:gdLst>
              <a:gd name="connsiteX0" fmla="*/ 222512 w 477622"/>
              <a:gd name="connsiteY0" fmla="*/ 0 h 559381"/>
              <a:gd name="connsiteX1" fmla="*/ 258512 w 477622"/>
              <a:gd name="connsiteY1" fmla="*/ 0 h 559381"/>
              <a:gd name="connsiteX2" fmla="*/ 258512 w 477622"/>
              <a:gd name="connsiteY2" fmla="*/ 488296 h 559381"/>
              <a:gd name="connsiteX3" fmla="*/ 452168 w 477622"/>
              <a:gd name="connsiteY3" fmla="*/ 294641 h 559381"/>
              <a:gd name="connsiteX4" fmla="*/ 477622 w 477622"/>
              <a:gd name="connsiteY4" fmla="*/ 320096 h 559381"/>
              <a:gd name="connsiteX5" fmla="*/ 264266 w 477622"/>
              <a:gd name="connsiteY5" fmla="*/ 533452 h 559381"/>
              <a:gd name="connsiteX6" fmla="*/ 264740 w 477622"/>
              <a:gd name="connsiteY6" fmla="*/ 533926 h 559381"/>
              <a:gd name="connsiteX7" fmla="*/ 239284 w 477622"/>
              <a:gd name="connsiteY7" fmla="*/ 559381 h 559381"/>
              <a:gd name="connsiteX8" fmla="*/ 238812 w 477622"/>
              <a:gd name="connsiteY8" fmla="*/ 558908 h 559381"/>
              <a:gd name="connsiteX9" fmla="*/ 238338 w 477622"/>
              <a:gd name="connsiteY9" fmla="*/ 559381 h 559381"/>
              <a:gd name="connsiteX10" fmla="*/ 212882 w 477622"/>
              <a:gd name="connsiteY10" fmla="*/ 533926 h 559381"/>
              <a:gd name="connsiteX11" fmla="*/ 213356 w 477622"/>
              <a:gd name="connsiteY11" fmla="*/ 533452 h 559381"/>
              <a:gd name="connsiteX12" fmla="*/ 0 w 477622"/>
              <a:gd name="connsiteY12" fmla="*/ 320096 h 559381"/>
              <a:gd name="connsiteX13" fmla="*/ 25456 w 477622"/>
              <a:gd name="connsiteY13" fmla="*/ 294641 h 559381"/>
              <a:gd name="connsiteX14" fmla="*/ 222512 w 477622"/>
              <a:gd name="connsiteY14" fmla="*/ 491698 h 559381"/>
              <a:gd name="connsiteX15" fmla="*/ 222512 w 477622"/>
              <a:gd name="connsiteY15" fmla="*/ 0 h 559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7622" h="559381">
                <a:moveTo>
                  <a:pt x="222512" y="0"/>
                </a:moveTo>
                <a:lnTo>
                  <a:pt x="258512" y="0"/>
                </a:lnTo>
                <a:lnTo>
                  <a:pt x="258512" y="488296"/>
                </a:lnTo>
                <a:lnTo>
                  <a:pt x="452168" y="294641"/>
                </a:lnTo>
                <a:lnTo>
                  <a:pt x="477622" y="320096"/>
                </a:lnTo>
                <a:lnTo>
                  <a:pt x="264266" y="533452"/>
                </a:lnTo>
                <a:lnTo>
                  <a:pt x="264740" y="533926"/>
                </a:lnTo>
                <a:lnTo>
                  <a:pt x="239284" y="559381"/>
                </a:lnTo>
                <a:lnTo>
                  <a:pt x="238812" y="558908"/>
                </a:lnTo>
                <a:lnTo>
                  <a:pt x="238338" y="559381"/>
                </a:lnTo>
                <a:lnTo>
                  <a:pt x="212882" y="533926"/>
                </a:lnTo>
                <a:lnTo>
                  <a:pt x="213356" y="533452"/>
                </a:lnTo>
                <a:lnTo>
                  <a:pt x="0" y="320096"/>
                </a:lnTo>
                <a:lnTo>
                  <a:pt x="25456" y="294641"/>
                </a:lnTo>
                <a:lnTo>
                  <a:pt x="222512" y="491698"/>
                </a:lnTo>
                <a:lnTo>
                  <a:pt x="222512" y="0"/>
                </a:lnTo>
                <a:close/>
              </a:path>
            </a:pathLst>
          </a:cu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44" name="任意多边形 43"/>
          <p:cNvSpPr/>
          <p:nvPr userDrawn="1">
            <p:custDataLst>
              <p:tags r:id="rId12"/>
            </p:custDataLst>
          </p:nvPr>
        </p:nvSpPr>
        <p:spPr>
          <a:xfrm>
            <a:off x="8945880" y="5997575"/>
            <a:ext cx="3246120" cy="860425"/>
          </a:xfrm>
          <a:custGeom>
            <a:avLst/>
            <a:gdLst/>
            <a:ahLst/>
            <a:cxnLst>
              <a:cxn ang="3">
                <a:pos x="hc" y="t"/>
              </a:cxn>
              <a:cxn ang="cd2">
                <a:pos x="l" y="vc"/>
              </a:cxn>
              <a:cxn ang="cd4">
                <a:pos x="hc" y="b"/>
              </a:cxn>
              <a:cxn ang="0">
                <a:pos x="r" y="vc"/>
              </a:cxn>
            </a:cxnLst>
            <a:rect l="l" t="t" r="r" b="b"/>
            <a:pathLst>
              <a:path w="5112" h="1355">
                <a:moveTo>
                  <a:pt x="301" y="0"/>
                </a:moveTo>
                <a:lnTo>
                  <a:pt x="5112" y="0"/>
                </a:lnTo>
                <a:lnTo>
                  <a:pt x="5112" y="1355"/>
                </a:lnTo>
                <a:lnTo>
                  <a:pt x="0" y="1355"/>
                </a:lnTo>
                <a:lnTo>
                  <a:pt x="0" y="301"/>
                </a:lnTo>
                <a:cubicBezTo>
                  <a:pt x="0" y="135"/>
                  <a:pt x="135" y="0"/>
                  <a:pt x="30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7" name="标题"/>
          <p:cNvSpPr txBox="1">
            <a:spLocks noGrp="1"/>
          </p:cNvSpPr>
          <p:nvPr>
            <p:ph type="title" idx="1" hasCustomPrompt="1"/>
            <p:custDataLst>
              <p:tags r:id="rId13"/>
            </p:custDataLst>
          </p:nvPr>
        </p:nvSpPr>
        <p:spPr>
          <a:xfrm>
            <a:off x="2418715" y="1901190"/>
            <a:ext cx="8250555" cy="1705610"/>
          </a:xfrm>
          <a:prstGeom prst="rect">
            <a:avLst/>
          </a:prstGeom>
          <a:noFill/>
        </p:spPr>
        <p:txBody>
          <a:bodyPr wrap="square" lIns="91440" tIns="45720" rIns="91440" bIns="45720" rtlCol="0" anchor="b" anchorCtr="0">
            <a:normAutofit/>
          </a:bodyPr>
          <a:lstStyle>
            <a:lvl1pPr marL="0" marR="0" lvl="0" algn="r" defTabSz="914400" rtl="0" eaLnBrk="1" fontAlgn="auto" latinLnBrk="0" hangingPunct="1">
              <a:lnSpc>
                <a:spcPct val="100000"/>
              </a:lnSpc>
              <a:buClrTx/>
              <a:buSzTx/>
              <a:buFontTx/>
              <a:buNone/>
              <a:defRPr kumimoji="0" lang="en-US" altLang="zh-CN" sz="7200" b="0" i="0" u="none" strike="noStrike" kern="1200" cap="none" spc="0" normalizeH="0" baseline="0" noProof="1">
                <a:solidFill>
                  <a:schemeClr val="tx1">
                    <a:lumMod val="85000"/>
                    <a:lumOff val="15000"/>
                  </a:schemeClr>
                </a:solidFill>
                <a:latin typeface="+mj-ea"/>
                <a:ea typeface="+mj-ea"/>
                <a:cs typeface="MiSans Heavy" panose="00000A00000000000000" charset="-122"/>
                <a:sym typeface="+mn-ea"/>
              </a:defRPr>
            </a:lvl1pPr>
          </a:lstStyle>
          <a:p>
            <a:pPr lvl="0" algn="r">
              <a:buClrTx/>
              <a:buSzTx/>
              <a:buFontTx/>
            </a:pPr>
            <a:r>
              <a:rPr>
                <a:sym typeface="+mn-ea"/>
              </a:rPr>
              <a:t>单击此处编辑标题</a:t>
            </a:r>
            <a:endParaRPr>
              <a:sym typeface="+mn-ea"/>
            </a:endParaRPr>
          </a:p>
        </p:txBody>
      </p:sp>
      <p:sp>
        <p:nvSpPr>
          <p:cNvPr id="4" name="日期占位符 3"/>
          <p:cNvSpPr>
            <a:spLocks noGrp="1"/>
          </p:cNvSpPr>
          <p:nvPr>
            <p:ph type="dt" sz="half" idx="10"/>
            <p:custDataLst>
              <p:tags r:id="rId1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5"/>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18" name="署名占位符 10"/>
          <p:cNvSpPr>
            <a:spLocks noGrp="1"/>
          </p:cNvSpPr>
          <p:nvPr>
            <p:ph type="body" sz="quarter" idx="17" hasCustomPrompt="1"/>
            <p:custDataLst>
              <p:tags r:id="rId17"/>
            </p:custDataLst>
          </p:nvPr>
        </p:nvSpPr>
        <p:spPr>
          <a:xfrm>
            <a:off x="2418715" y="4375145"/>
            <a:ext cx="7444103" cy="656600"/>
          </a:xfrm>
        </p:spPr>
        <p:txBody>
          <a:bodyPr wrap="square" anchor="ctr">
            <a:normAutofit/>
          </a:bodyPr>
          <a:lstStyle>
            <a:lvl1pPr marL="0" indent="0" algn="r">
              <a:lnSpc>
                <a:spcPct val="100000"/>
              </a:lnSpc>
              <a:buNone/>
              <a:defRPr sz="2000" b="0">
                <a:solidFill>
                  <a:schemeClr val="tx1"/>
                </a:solidFill>
                <a:latin typeface="+mj-ea"/>
                <a:ea typeface="+mj-ea"/>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0" Type="http://schemas.openxmlformats.org/officeDocument/2006/relationships/theme" Target="../theme/theme2.xml"/><Relationship Id="rId1"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0" Type="http://schemas.openxmlformats.org/officeDocument/2006/relationships/theme" Target="../theme/theme3.xml"/><Relationship Id="rId1"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0" Type="http://schemas.openxmlformats.org/officeDocument/2006/relationships/theme" Target="../theme/theme4.xml"/><Relationship Id="rId2" Type="http://schemas.openxmlformats.org/officeDocument/2006/relationships/slideLayout" Target="../slideLayouts/slideLayout14.xml"/><Relationship Id="rId19" Type="http://schemas.openxmlformats.org/officeDocument/2006/relationships/tags" Target="../tags/tag130.xml"/><Relationship Id="rId18" Type="http://schemas.openxmlformats.org/officeDocument/2006/relationships/tags" Target="../tags/tag129.xml"/><Relationship Id="rId17" Type="http://schemas.openxmlformats.org/officeDocument/2006/relationships/tags" Target="../tags/tag128.xml"/><Relationship Id="rId16" Type="http://schemas.openxmlformats.org/officeDocument/2006/relationships/tags" Target="../tags/tag127.xml"/><Relationship Id="rId15" Type="http://schemas.openxmlformats.org/officeDocument/2006/relationships/tags" Target="../tags/tag126.xml"/><Relationship Id="rId14" Type="http://schemas.openxmlformats.org/officeDocument/2006/relationships/tags" Target="../tags/tag125.xml"/><Relationship Id="rId13" Type="http://schemas.openxmlformats.org/officeDocument/2006/relationships/tags" Target="../tags/tag124.xml"/><Relationship Id="rId12" Type="http://schemas.openxmlformats.org/officeDocument/2006/relationships/tags" Target="../tags/tag123.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168" y="523113"/>
            <a:ext cx="10515600" cy="1325563"/>
          </a:xfrm>
          <a:prstGeom prst="rect">
            <a:avLst/>
          </a:prstGeom>
        </p:spPr>
        <p:txBody>
          <a:bodyPr vert="horz" lIns="91440" tIns="45720" rIns="91440" bIns="45720" rtlCol="0" anchor="ctr">
            <a:no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168" y="1983613"/>
            <a:ext cx="10515600" cy="4351338"/>
          </a:xfrm>
          <a:prstGeom prst="rect">
            <a:avLst/>
          </a:prstGeom>
        </p:spPr>
        <p:txBody>
          <a:bodyPr vert="horz" lIns="91440" tIns="45720" rIns="91440" bIns="45720" rtlCol="0">
            <a:no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a:p>
            <a:pPr lvl="5"/>
            <a:r>
              <a:rPr lang="zh-CN" altLang="en-US" dirty="0"/>
              <a:t>第六级</a:t>
            </a:r>
            <a:endParaRPr lang="en-US" altLang="zh-CN" dirty="0"/>
          </a:p>
          <a:p>
            <a:pPr marL="2971800" marR="0" lvl="6"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第七级</a:t>
            </a:r>
            <a:endParaRPr lang="en-US" altLang="zh-CN" dirty="0"/>
          </a:p>
          <a:p>
            <a:pPr marL="3429000" marR="0" lvl="7"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第八级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第九级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endParaRPr lang="en-US" altLang="zh-CN" dirty="0"/>
          </a:p>
          <a:p>
            <a:pPr lvl="5"/>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5pPr>
      <a:lvl6pPr marL="25146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lang="zh-CN" altLang="en-US" sz="2400" kern="1200" dirty="0">
          <a:solidFill>
            <a:schemeClr val="tx1"/>
          </a:solidFill>
          <a:latin typeface="微软雅黑" panose="020B0503020204020204" charset="-122"/>
          <a:ea typeface="微软雅黑" panose="020B0503020204020204" charset="-122"/>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8pPr>
      <a:lvl9pPr marL="3657600" indent="0" algn="l" defTabSz="914400" rtl="0" eaLnBrk="1" latinLnBrk="0" hangingPunct="1">
        <a:lnSpc>
          <a:spcPct val="90000"/>
        </a:lnSpc>
        <a:spcBef>
          <a:spcPts val="500"/>
        </a:spcBef>
        <a:buFont typeface="Arial" panose="020B0604020202020204" pitchFamily="34" charset="0"/>
        <a:buNone/>
        <a:defRPr lang="en-US" altLang="zh-CN" sz="2400" kern="1200" dirty="0" smtClean="0">
          <a:solidFill>
            <a:schemeClr val="tx1"/>
          </a:solidFill>
          <a:latin typeface="微软雅黑" panose="020B0503020204020204" charset="-122"/>
          <a:ea typeface="微软雅黑" panose="020B0503020204020204" charset="-122"/>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多边形 6"/>
          <p:cNvSpPr/>
          <p:nvPr userDrawn="1">
            <p:custDataLst>
              <p:tags r:id="rId2"/>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9" name="日期占位符 8"/>
          <p:cNvSpPr>
            <a:spLocks noGrp="1"/>
          </p:cNvSpPr>
          <p:nvPr>
            <p:ph type="dt" sz="half" idx="10"/>
            <p:custDataLst>
              <p:tags r:id="rId3"/>
            </p:custDataLst>
          </p:nvPr>
        </p:nvSpPr>
        <p:spPr>
          <a:xfrm>
            <a:off x="695960" y="6356350"/>
            <a:ext cx="2743200" cy="365125"/>
          </a:xfrm>
        </p:spPr>
        <p:txBody>
          <a:bodyPr/>
          <a:lstStyle/>
          <a:p>
            <a:fld id="{760FBDFE-C587-4B4C-A407-44438C67B59E}" type="datetimeFigureOut">
              <a:rPr lang="zh-CN" altLang="en-US" smtClean="0"/>
            </a:fld>
            <a:endParaRPr lang="zh-CN" altLang="en-US"/>
          </a:p>
        </p:txBody>
      </p:sp>
      <p:sp>
        <p:nvSpPr>
          <p:cNvPr id="10" name="页脚占位符 9"/>
          <p:cNvSpPr>
            <a:spLocks noGrp="1"/>
          </p:cNvSpPr>
          <p:nvPr>
            <p:ph type="ftr" sz="quarter" idx="11"/>
            <p:custDataLst>
              <p:tags r:id="rId4"/>
            </p:custDataLst>
          </p:nvPr>
        </p:nvSpPr>
        <p:spPr>
          <a:xfrm>
            <a:off x="4038600" y="6356350"/>
            <a:ext cx="4114800" cy="365125"/>
          </a:xfrm>
        </p:spPr>
        <p:txBody>
          <a:bodyPr/>
          <a:lstStyle/>
          <a:p>
            <a:endParaRPr lang="zh-CN" altLang="en-US" dirty="0"/>
          </a:p>
        </p:txBody>
      </p:sp>
      <p:sp>
        <p:nvSpPr>
          <p:cNvPr id="11" name="灯片编号占位符 10"/>
          <p:cNvSpPr>
            <a:spLocks noGrp="1"/>
          </p:cNvSpPr>
          <p:nvPr>
            <p:ph type="sldNum" sz="quarter" idx="12"/>
            <p:custDataLst>
              <p:tags r:id="rId5"/>
            </p:custDataLst>
          </p:nvPr>
        </p:nvSpPr>
        <p:spPr>
          <a:xfrm>
            <a:off x="8753983" y="6356350"/>
            <a:ext cx="2743200" cy="365125"/>
          </a:xfrm>
        </p:spPr>
        <p:txBody>
          <a:bodyPr/>
          <a:lstStyle/>
          <a:p>
            <a:fld id="{49AE70B2-8BF9-45C0-BB95-33D1B9D3A854}" type="slidenum">
              <a:rPr lang="zh-CN" altLang="en-US" smtClean="0"/>
            </a:fld>
            <a:endParaRPr lang="zh-CN" altLang="en-US" dirty="0"/>
          </a:p>
        </p:txBody>
      </p:sp>
      <p:sp>
        <p:nvSpPr>
          <p:cNvPr id="2" name="标题占位符 1"/>
          <p:cNvSpPr>
            <a:spLocks noGrp="1"/>
          </p:cNvSpPr>
          <p:nvPr>
            <p:ph type="title"/>
            <p:custDataLst>
              <p:tags r:id="rId6"/>
            </p:custDataLst>
          </p:nvPr>
        </p:nvSpPr>
        <p:spPr>
          <a:xfrm>
            <a:off x="695960" y="360000"/>
            <a:ext cx="10800000" cy="720000"/>
          </a:xfrm>
          <a:prstGeom prst="rect">
            <a:avLst/>
          </a:prstGeom>
          <a:noFill/>
        </p:spPr>
        <p:txBody>
          <a:bodyPr vert="horz" wrap="square" lIns="0" tIns="0" rIns="0" bIns="0" rtlCol="0" anchor="b" anchorCtr="0">
            <a:normAutofit/>
          </a:bodyPr>
          <a:lstStyle/>
          <a:p>
            <a:pPr marL="0" marR="0" lvl="0">
              <a:buClrTx/>
              <a:buSzTx/>
              <a:buFontTx/>
            </a:pPr>
            <a:r>
              <a:rPr lang="zh-CN" altLang="en-US" dirty="0"/>
              <a:t>单击此处编辑母版标题样式</a:t>
            </a:r>
            <a:endParaRPr lang="zh-CN" altLang="en-US" dirty="0"/>
          </a:p>
        </p:txBody>
      </p:sp>
      <p:sp>
        <p:nvSpPr>
          <p:cNvPr id="3" name="文本占位符 2"/>
          <p:cNvSpPr>
            <a:spLocks noGrp="1"/>
          </p:cNvSpPr>
          <p:nvPr>
            <p:ph type="body" idx="1"/>
            <p:custDataLst>
              <p:tags r:id="rId7"/>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9"/>
    </p:custDataLst>
  </p:cSld>
  <p:clrMap bg1="lt1" tx1="dk1" bg2="lt2" tx2="dk2" accent1="accent1" accent2="accent2" accent3="accent3" accent4="accent4" accent5="accent5" accent6="accent6" hlink="hlink" folHlink="folHlink"/>
  <p:sldLayoutIdLst>
    <p:sldLayoutId id="2147483660" r:id="rId1"/>
  </p:sldLayoutIdLst>
  <p:txStyles>
    <p:title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ea"/>
          <a:ea typeface="+mn-ea"/>
          <a:cs typeface="MiSans Normal" panose="000005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ea"/>
          <a:ea typeface="+mn-ea"/>
          <a:cs typeface="MiSans Normal" panose="000005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ea"/>
          <a:ea typeface="+mn-ea"/>
          <a:cs typeface="MiSans Normal" panose="000005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ea"/>
          <a:ea typeface="+mn-ea"/>
          <a:cs typeface="MiSans Normal" panose="000005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ea"/>
          <a:ea typeface="+mn-ea"/>
          <a:cs typeface="MiSans Normal" panose="0000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多边形 6"/>
          <p:cNvSpPr/>
          <p:nvPr userDrawn="1">
            <p:custDataLst>
              <p:tags r:id="rId2"/>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9" name="日期占位符 8"/>
          <p:cNvSpPr>
            <a:spLocks noGrp="1"/>
          </p:cNvSpPr>
          <p:nvPr>
            <p:ph type="dt" sz="half" idx="10"/>
            <p:custDataLst>
              <p:tags r:id="rId3"/>
            </p:custDataLst>
          </p:nvPr>
        </p:nvSpPr>
        <p:spPr>
          <a:xfrm>
            <a:off x="695960" y="6356350"/>
            <a:ext cx="2743200" cy="365125"/>
          </a:xfrm>
        </p:spPr>
        <p:txBody>
          <a:bodyPr/>
          <a:lstStyle/>
          <a:p>
            <a:fld id="{760FBDFE-C587-4B4C-A407-44438C67B59E}" type="datetimeFigureOut">
              <a:rPr lang="zh-CN" altLang="en-US" smtClean="0"/>
            </a:fld>
            <a:endParaRPr lang="zh-CN" altLang="en-US"/>
          </a:p>
        </p:txBody>
      </p:sp>
      <p:sp>
        <p:nvSpPr>
          <p:cNvPr id="10" name="页脚占位符 9"/>
          <p:cNvSpPr>
            <a:spLocks noGrp="1"/>
          </p:cNvSpPr>
          <p:nvPr>
            <p:ph type="ftr" sz="quarter" idx="11"/>
            <p:custDataLst>
              <p:tags r:id="rId4"/>
            </p:custDataLst>
          </p:nvPr>
        </p:nvSpPr>
        <p:spPr>
          <a:xfrm>
            <a:off x="4038600" y="6356350"/>
            <a:ext cx="4114800" cy="365125"/>
          </a:xfrm>
        </p:spPr>
        <p:txBody>
          <a:bodyPr/>
          <a:lstStyle/>
          <a:p>
            <a:endParaRPr lang="zh-CN" altLang="en-US" dirty="0"/>
          </a:p>
        </p:txBody>
      </p:sp>
      <p:sp>
        <p:nvSpPr>
          <p:cNvPr id="11" name="灯片编号占位符 10"/>
          <p:cNvSpPr>
            <a:spLocks noGrp="1"/>
          </p:cNvSpPr>
          <p:nvPr>
            <p:ph type="sldNum" sz="quarter" idx="12"/>
            <p:custDataLst>
              <p:tags r:id="rId5"/>
            </p:custDataLst>
          </p:nvPr>
        </p:nvSpPr>
        <p:spPr>
          <a:xfrm>
            <a:off x="8753983" y="6356350"/>
            <a:ext cx="2743200" cy="365125"/>
          </a:xfrm>
        </p:spPr>
        <p:txBody>
          <a:bodyPr/>
          <a:lstStyle/>
          <a:p>
            <a:fld id="{49AE70B2-8BF9-45C0-BB95-33D1B9D3A854}" type="slidenum">
              <a:rPr lang="zh-CN" altLang="en-US" smtClean="0"/>
            </a:fld>
            <a:endParaRPr lang="zh-CN" altLang="en-US" dirty="0"/>
          </a:p>
        </p:txBody>
      </p:sp>
      <p:sp>
        <p:nvSpPr>
          <p:cNvPr id="2" name="标题占位符 1"/>
          <p:cNvSpPr>
            <a:spLocks noGrp="1"/>
          </p:cNvSpPr>
          <p:nvPr>
            <p:ph type="title"/>
            <p:custDataLst>
              <p:tags r:id="rId6"/>
            </p:custDataLst>
          </p:nvPr>
        </p:nvSpPr>
        <p:spPr>
          <a:xfrm>
            <a:off x="695960" y="360000"/>
            <a:ext cx="10800000" cy="720000"/>
          </a:xfrm>
          <a:prstGeom prst="rect">
            <a:avLst/>
          </a:prstGeom>
          <a:noFill/>
        </p:spPr>
        <p:txBody>
          <a:bodyPr vert="horz" wrap="square" lIns="0" tIns="0" rIns="0" bIns="0" rtlCol="0" anchor="b" anchorCtr="0">
            <a:normAutofit/>
          </a:bodyPr>
          <a:lstStyle/>
          <a:p>
            <a:pPr marL="0" marR="0" lvl="0">
              <a:buClrTx/>
              <a:buSzTx/>
              <a:buFontTx/>
            </a:pPr>
            <a:r>
              <a:rPr lang="zh-CN" altLang="en-US" dirty="0"/>
              <a:t>单击此处编辑母版标题样式</a:t>
            </a:r>
            <a:endParaRPr lang="zh-CN" altLang="en-US" dirty="0"/>
          </a:p>
        </p:txBody>
      </p:sp>
      <p:sp>
        <p:nvSpPr>
          <p:cNvPr id="3" name="文本占位符 2"/>
          <p:cNvSpPr>
            <a:spLocks noGrp="1"/>
          </p:cNvSpPr>
          <p:nvPr>
            <p:ph type="body" idx="1"/>
            <p:custDataLst>
              <p:tags r:id="rId7"/>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KSO_TEMPLATE" hidden="1"/>
          <p:cNvSpPr/>
          <p:nvPr userDrawn="1">
            <p:custDataLst>
              <p:tags r:id="rId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9"/>
    </p:custData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ea"/>
          <a:ea typeface="+mn-ea"/>
          <a:cs typeface="MiSans Normal" panose="000005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ea"/>
          <a:ea typeface="+mn-ea"/>
          <a:cs typeface="MiSans Normal" panose="000005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ea"/>
          <a:ea typeface="+mn-ea"/>
          <a:cs typeface="MiSans Normal" panose="000005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ea"/>
          <a:ea typeface="+mn-ea"/>
          <a:cs typeface="MiSans Normal" panose="000005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ea"/>
          <a:ea typeface="+mn-ea"/>
          <a:cs typeface="MiSans Normal" panose="0000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多边形 6"/>
          <p:cNvSpPr/>
          <p:nvPr userDrawn="1">
            <p:custDataLst>
              <p:tags r:id="rId12"/>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9" name="日期占位符 8"/>
          <p:cNvSpPr>
            <a:spLocks noGrp="1"/>
          </p:cNvSpPr>
          <p:nvPr>
            <p:ph type="dt" sz="half" idx="10"/>
            <p:custDataLst>
              <p:tags r:id="rId13"/>
            </p:custDataLst>
          </p:nvPr>
        </p:nvSpPr>
        <p:spPr>
          <a:xfrm>
            <a:off x="695960" y="6356350"/>
            <a:ext cx="2743200" cy="365125"/>
          </a:xfrm>
        </p:spPr>
        <p:txBody>
          <a:bodyPr/>
          <a:lstStyle/>
          <a:p>
            <a:fld id="{760FBDFE-C587-4B4C-A407-44438C67B59E}" type="datetimeFigureOut">
              <a:rPr lang="zh-CN" altLang="en-US" smtClean="0"/>
            </a:fld>
            <a:endParaRPr lang="zh-CN" altLang="en-US"/>
          </a:p>
        </p:txBody>
      </p:sp>
      <p:sp>
        <p:nvSpPr>
          <p:cNvPr id="10" name="页脚占位符 9"/>
          <p:cNvSpPr>
            <a:spLocks noGrp="1"/>
          </p:cNvSpPr>
          <p:nvPr>
            <p:ph type="ftr" sz="quarter" idx="11"/>
            <p:custDataLst>
              <p:tags r:id="rId14"/>
            </p:custDataLst>
          </p:nvPr>
        </p:nvSpPr>
        <p:spPr>
          <a:xfrm>
            <a:off x="4038600" y="6356350"/>
            <a:ext cx="4114800" cy="365125"/>
          </a:xfrm>
        </p:spPr>
        <p:txBody>
          <a:bodyPr/>
          <a:lstStyle/>
          <a:p>
            <a:endParaRPr lang="zh-CN" altLang="en-US" dirty="0"/>
          </a:p>
        </p:txBody>
      </p:sp>
      <p:sp>
        <p:nvSpPr>
          <p:cNvPr id="11" name="灯片编号占位符 10"/>
          <p:cNvSpPr>
            <a:spLocks noGrp="1"/>
          </p:cNvSpPr>
          <p:nvPr>
            <p:ph type="sldNum" sz="quarter" idx="12"/>
            <p:custDataLst>
              <p:tags r:id="rId15"/>
            </p:custDataLst>
          </p:nvPr>
        </p:nvSpPr>
        <p:spPr>
          <a:xfrm>
            <a:off x="8753983" y="6356350"/>
            <a:ext cx="2743200" cy="365125"/>
          </a:xfrm>
        </p:spPr>
        <p:txBody>
          <a:bodyPr/>
          <a:lstStyle/>
          <a:p>
            <a:fld id="{49AE70B2-8BF9-45C0-BB95-33D1B9D3A854}" type="slidenum">
              <a:rPr lang="zh-CN" altLang="en-US" smtClean="0"/>
            </a:fld>
            <a:endParaRPr lang="zh-CN" altLang="en-US" dirty="0"/>
          </a:p>
        </p:txBody>
      </p:sp>
      <p:sp>
        <p:nvSpPr>
          <p:cNvPr id="2" name="标题占位符 1"/>
          <p:cNvSpPr>
            <a:spLocks noGrp="1"/>
          </p:cNvSpPr>
          <p:nvPr>
            <p:ph type="title"/>
            <p:custDataLst>
              <p:tags r:id="rId16"/>
            </p:custDataLst>
          </p:nvPr>
        </p:nvSpPr>
        <p:spPr>
          <a:xfrm>
            <a:off x="695960" y="360000"/>
            <a:ext cx="10800000" cy="720000"/>
          </a:xfrm>
          <a:prstGeom prst="rect">
            <a:avLst/>
          </a:prstGeom>
          <a:noFill/>
        </p:spPr>
        <p:txBody>
          <a:bodyPr vert="horz" wrap="square" lIns="0" tIns="0" rIns="0" bIns="0" rtlCol="0" anchor="b" anchorCtr="0">
            <a:normAutofit/>
          </a:bodyPr>
          <a:lstStyle/>
          <a:p>
            <a:pPr marL="0" marR="0" lvl="0">
              <a:buClrTx/>
              <a:buSzTx/>
              <a:buFontTx/>
            </a:pPr>
            <a:r>
              <a:rPr lang="zh-CN" altLang="en-US" dirty="0"/>
              <a:t>单击此处编辑母版标题样式</a:t>
            </a:r>
            <a:endParaRPr lang="zh-CN" altLang="en-US" dirty="0"/>
          </a:p>
        </p:txBody>
      </p:sp>
      <p:sp>
        <p:nvSpPr>
          <p:cNvPr id="3" name="文本占位符 2"/>
          <p:cNvSpPr>
            <a:spLocks noGrp="1"/>
          </p:cNvSpPr>
          <p:nvPr>
            <p:ph type="body" idx="1"/>
            <p:custDataLst>
              <p:tags r:id="rId17"/>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KSO_TEMPLATE" hidden="1"/>
          <p:cNvSpPr/>
          <p:nvPr userDrawn="1">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19"/>
    </p:custData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ea"/>
          <a:ea typeface="+mn-ea"/>
          <a:cs typeface="MiSans Normal" panose="000005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ea"/>
          <a:ea typeface="+mn-ea"/>
          <a:cs typeface="MiSans Normal" panose="000005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ea"/>
          <a:ea typeface="+mn-ea"/>
          <a:cs typeface="MiSans Normal" panose="000005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ea"/>
          <a:ea typeface="+mn-ea"/>
          <a:cs typeface="MiSans Normal" panose="000005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ea"/>
          <a:ea typeface="+mn-ea"/>
          <a:cs typeface="MiSans Normal" panose="0000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3.xml"/><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tags" Target="../tags/tag131.xml"/></Relationships>
</file>

<file path=ppt/slides/_rels/slide2.xml.rels><?xml version="1.0" encoding="UTF-8" standalone="yes"?>
<Relationships xmlns="http://schemas.openxmlformats.org/package/2006/relationships"><Relationship Id="rId9" Type="http://schemas.openxmlformats.org/officeDocument/2006/relationships/tags" Target="../tags/tag142.xml"/><Relationship Id="rId8" Type="http://schemas.openxmlformats.org/officeDocument/2006/relationships/tags" Target="../tags/tag141.xml"/><Relationship Id="rId7" Type="http://schemas.openxmlformats.org/officeDocument/2006/relationships/tags" Target="../tags/tag140.xml"/><Relationship Id="rId6" Type="http://schemas.openxmlformats.org/officeDocument/2006/relationships/tags" Target="../tags/tag139.xml"/><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9" Type="http://schemas.openxmlformats.org/officeDocument/2006/relationships/notesSlide" Target="../notesSlides/notesSlide2.xml"/><Relationship Id="rId18" Type="http://schemas.openxmlformats.org/officeDocument/2006/relationships/slideLayout" Target="../slideLayouts/slideLayout12.xml"/><Relationship Id="rId17" Type="http://schemas.openxmlformats.org/officeDocument/2006/relationships/tags" Target="../tags/tag150.xml"/><Relationship Id="rId16" Type="http://schemas.openxmlformats.org/officeDocument/2006/relationships/tags" Target="../tags/tag149.xml"/><Relationship Id="rId15" Type="http://schemas.openxmlformats.org/officeDocument/2006/relationships/tags" Target="../tags/tag148.xml"/><Relationship Id="rId14" Type="http://schemas.openxmlformats.org/officeDocument/2006/relationships/tags" Target="../tags/tag147.xml"/><Relationship Id="rId13" Type="http://schemas.openxmlformats.org/officeDocument/2006/relationships/tags" Target="../tags/tag146.xml"/><Relationship Id="rId12" Type="http://schemas.openxmlformats.org/officeDocument/2006/relationships/tags" Target="../tags/tag145.xml"/><Relationship Id="rId11" Type="http://schemas.openxmlformats.org/officeDocument/2006/relationships/tags" Target="../tags/tag144.xml"/><Relationship Id="rId10" Type="http://schemas.openxmlformats.org/officeDocument/2006/relationships/tags" Target="../tags/tag143.xml"/><Relationship Id="rId1" Type="http://schemas.openxmlformats.org/officeDocument/2006/relationships/tags" Target="../tags/tag134.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s>
</file>

<file path=ppt/slides/_rels/slide4.xml.rels><?xml version="1.0" encoding="UTF-8" standalone="yes"?>
<Relationships xmlns="http://schemas.openxmlformats.org/package/2006/relationships"><Relationship Id="rId9" Type="http://schemas.openxmlformats.org/officeDocument/2006/relationships/tags" Target="../tags/tag161.xml"/><Relationship Id="rId8" Type="http://schemas.openxmlformats.org/officeDocument/2006/relationships/tags" Target="../tags/tag160.xml"/><Relationship Id="rId7" Type="http://schemas.openxmlformats.org/officeDocument/2006/relationships/tags" Target="../tags/tag159.xml"/><Relationship Id="rId6" Type="http://schemas.openxmlformats.org/officeDocument/2006/relationships/tags" Target="../tags/tag158.xml"/><Relationship Id="rId5" Type="http://schemas.openxmlformats.org/officeDocument/2006/relationships/tags" Target="../tags/tag157.xml"/><Relationship Id="rId4" Type="http://schemas.openxmlformats.org/officeDocument/2006/relationships/tags" Target="../tags/tag156.xml"/><Relationship Id="rId3" Type="http://schemas.openxmlformats.org/officeDocument/2006/relationships/tags" Target="../tags/tag155.xml"/><Relationship Id="rId2" Type="http://schemas.openxmlformats.org/officeDocument/2006/relationships/image" Target="../media/image1.jpeg"/><Relationship Id="rId14" Type="http://schemas.openxmlformats.org/officeDocument/2006/relationships/slideLayout" Target="../slideLayouts/slideLayout19.xml"/><Relationship Id="rId13" Type="http://schemas.openxmlformats.org/officeDocument/2006/relationships/tags" Target="../tags/tag165.xml"/><Relationship Id="rId12" Type="http://schemas.openxmlformats.org/officeDocument/2006/relationships/tags" Target="../tags/tag164.xml"/><Relationship Id="rId11" Type="http://schemas.openxmlformats.org/officeDocument/2006/relationships/tags" Target="../tags/tag163.xml"/><Relationship Id="rId10" Type="http://schemas.openxmlformats.org/officeDocument/2006/relationships/tags" Target="../tags/tag162.xml"/><Relationship Id="rId1" Type="http://schemas.openxmlformats.org/officeDocument/2006/relationships/tags" Target="../tags/tag154.xml"/></Relationships>
</file>

<file path=ppt/slides/_rels/slide5.xml.rels><?xml version="1.0" encoding="UTF-8" standalone="yes"?>
<Relationships xmlns="http://schemas.openxmlformats.org/package/2006/relationships"><Relationship Id="rId9" Type="http://schemas.openxmlformats.org/officeDocument/2006/relationships/tags" Target="../tags/tag173.xml"/><Relationship Id="rId8" Type="http://schemas.openxmlformats.org/officeDocument/2006/relationships/tags" Target="../tags/tag172.xml"/><Relationship Id="rId7" Type="http://schemas.openxmlformats.org/officeDocument/2006/relationships/tags" Target="../tags/tag171.xml"/><Relationship Id="rId6" Type="http://schemas.openxmlformats.org/officeDocument/2006/relationships/tags" Target="../tags/tag170.xml"/><Relationship Id="rId5" Type="http://schemas.openxmlformats.org/officeDocument/2006/relationships/tags" Target="../tags/tag169.xml"/><Relationship Id="rId4" Type="http://schemas.openxmlformats.org/officeDocument/2006/relationships/tags" Target="../tags/tag168.xml"/><Relationship Id="rId3" Type="http://schemas.openxmlformats.org/officeDocument/2006/relationships/image" Target="../media/image2.jpeg"/><Relationship Id="rId2" Type="http://schemas.openxmlformats.org/officeDocument/2006/relationships/tags" Target="../tags/tag167.xml"/><Relationship Id="rId13" Type="http://schemas.openxmlformats.org/officeDocument/2006/relationships/notesSlide" Target="../notesSlides/notesSlide3.xml"/><Relationship Id="rId12" Type="http://schemas.openxmlformats.org/officeDocument/2006/relationships/slideLayout" Target="../slideLayouts/slideLayout19.xml"/><Relationship Id="rId11" Type="http://schemas.openxmlformats.org/officeDocument/2006/relationships/tags" Target="../tags/tag175.xml"/><Relationship Id="rId10" Type="http://schemas.openxmlformats.org/officeDocument/2006/relationships/tags" Target="../tags/tag174.xml"/><Relationship Id="rId1" Type="http://schemas.openxmlformats.org/officeDocument/2006/relationships/tags" Target="../tags/tag166.xml"/></Relationships>
</file>

<file path=ppt/slides/_rels/slide6.xml.rels><?xml version="1.0" encoding="UTF-8" standalone="yes"?>
<Relationships xmlns="http://schemas.openxmlformats.org/package/2006/relationships"><Relationship Id="rId9" Type="http://schemas.openxmlformats.org/officeDocument/2006/relationships/tags" Target="../tags/tag184.xml"/><Relationship Id="rId8" Type="http://schemas.openxmlformats.org/officeDocument/2006/relationships/tags" Target="../tags/tag183.xml"/><Relationship Id="rId7" Type="http://schemas.openxmlformats.org/officeDocument/2006/relationships/tags" Target="../tags/tag182.xml"/><Relationship Id="rId6" Type="http://schemas.openxmlformats.org/officeDocument/2006/relationships/tags" Target="../tags/tag181.xml"/><Relationship Id="rId5" Type="http://schemas.openxmlformats.org/officeDocument/2006/relationships/tags" Target="../tags/tag180.xml"/><Relationship Id="rId4" Type="http://schemas.openxmlformats.org/officeDocument/2006/relationships/tags" Target="../tags/tag179.xml"/><Relationship Id="rId3" Type="http://schemas.openxmlformats.org/officeDocument/2006/relationships/tags" Target="../tags/tag178.xml"/><Relationship Id="rId2" Type="http://schemas.openxmlformats.org/officeDocument/2006/relationships/tags" Target="../tags/tag177.xml"/><Relationship Id="rId17" Type="http://schemas.openxmlformats.org/officeDocument/2006/relationships/slideLayout" Target="../slideLayouts/slideLayout19.xml"/><Relationship Id="rId16" Type="http://schemas.openxmlformats.org/officeDocument/2006/relationships/tags" Target="../tags/tag187.xml"/><Relationship Id="rId15" Type="http://schemas.openxmlformats.org/officeDocument/2006/relationships/image" Target="../media/image6.svg"/><Relationship Id="rId14" Type="http://schemas.openxmlformats.org/officeDocument/2006/relationships/image" Target="../media/image5.png"/><Relationship Id="rId13" Type="http://schemas.openxmlformats.org/officeDocument/2006/relationships/tags" Target="../tags/tag186.xml"/><Relationship Id="rId12" Type="http://schemas.openxmlformats.org/officeDocument/2006/relationships/image" Target="../media/image4.svg"/><Relationship Id="rId11" Type="http://schemas.openxmlformats.org/officeDocument/2006/relationships/image" Target="../media/image3.png"/><Relationship Id="rId10" Type="http://schemas.openxmlformats.org/officeDocument/2006/relationships/tags" Target="../tags/tag185.xml"/><Relationship Id="rId1" Type="http://schemas.openxmlformats.org/officeDocument/2006/relationships/tags" Target="../tags/tag176.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s>
</file>

<file path=ppt/slides/_rels/slide8.xml.rels><?xml version="1.0" encoding="UTF-8" standalone="yes"?>
<Relationships xmlns="http://schemas.openxmlformats.org/package/2006/relationships"><Relationship Id="rId9" Type="http://schemas.openxmlformats.org/officeDocument/2006/relationships/tags" Target="../tags/tag197.xml"/><Relationship Id="rId8" Type="http://schemas.openxmlformats.org/officeDocument/2006/relationships/tags" Target="../tags/tag196.xml"/><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tags" Target="../tags/tag195.xml"/><Relationship Id="rId4" Type="http://schemas.openxmlformats.org/officeDocument/2006/relationships/tags" Target="../tags/tag194.xml"/><Relationship Id="rId3" Type="http://schemas.openxmlformats.org/officeDocument/2006/relationships/tags" Target="../tags/tag193.xml"/><Relationship Id="rId26" Type="http://schemas.openxmlformats.org/officeDocument/2006/relationships/slideLayout" Target="../slideLayouts/slideLayout19.xml"/><Relationship Id="rId25" Type="http://schemas.openxmlformats.org/officeDocument/2006/relationships/tags" Target="../tags/tag209.xml"/><Relationship Id="rId24" Type="http://schemas.openxmlformats.org/officeDocument/2006/relationships/tags" Target="../tags/tag208.xml"/><Relationship Id="rId23" Type="http://schemas.openxmlformats.org/officeDocument/2006/relationships/image" Target="../media/image12.svg"/><Relationship Id="rId22" Type="http://schemas.openxmlformats.org/officeDocument/2006/relationships/image" Target="../media/image11.png"/><Relationship Id="rId21" Type="http://schemas.openxmlformats.org/officeDocument/2006/relationships/tags" Target="../tags/tag207.xml"/><Relationship Id="rId20" Type="http://schemas.openxmlformats.org/officeDocument/2006/relationships/image" Target="../media/image10.svg"/><Relationship Id="rId2" Type="http://schemas.openxmlformats.org/officeDocument/2006/relationships/tags" Target="../tags/tag192.xml"/><Relationship Id="rId19" Type="http://schemas.openxmlformats.org/officeDocument/2006/relationships/image" Target="../media/image9.png"/><Relationship Id="rId18" Type="http://schemas.openxmlformats.org/officeDocument/2006/relationships/tags" Target="../tags/tag206.xml"/><Relationship Id="rId17" Type="http://schemas.openxmlformats.org/officeDocument/2006/relationships/tags" Target="../tags/tag205.xml"/><Relationship Id="rId16" Type="http://schemas.openxmlformats.org/officeDocument/2006/relationships/tags" Target="../tags/tag204.xml"/><Relationship Id="rId15" Type="http://schemas.openxmlformats.org/officeDocument/2006/relationships/tags" Target="../tags/tag203.xml"/><Relationship Id="rId14" Type="http://schemas.openxmlformats.org/officeDocument/2006/relationships/tags" Target="../tags/tag202.xml"/><Relationship Id="rId13" Type="http://schemas.openxmlformats.org/officeDocument/2006/relationships/tags" Target="../tags/tag201.xml"/><Relationship Id="rId12" Type="http://schemas.openxmlformats.org/officeDocument/2006/relationships/tags" Target="../tags/tag200.xml"/><Relationship Id="rId11" Type="http://schemas.openxmlformats.org/officeDocument/2006/relationships/tags" Target="../tags/tag199.xml"/><Relationship Id="rId10" Type="http://schemas.openxmlformats.org/officeDocument/2006/relationships/tags" Target="../tags/tag198.xml"/><Relationship Id="rId1" Type="http://schemas.openxmlformats.org/officeDocument/2006/relationships/tags" Target="../tags/tag191.xml"/></Relationships>
</file>

<file path=ppt/slides/_rels/slide9.xml.rels><?xml version="1.0" encoding="UTF-8" standalone="yes"?>
<Relationships xmlns="http://schemas.openxmlformats.org/package/2006/relationships"><Relationship Id="rId9" Type="http://schemas.openxmlformats.org/officeDocument/2006/relationships/tags" Target="../tags/tag217.xml"/><Relationship Id="rId8" Type="http://schemas.openxmlformats.org/officeDocument/2006/relationships/tags" Target="../tags/tag216.xml"/><Relationship Id="rId7" Type="http://schemas.openxmlformats.org/officeDocument/2006/relationships/tags" Target="../tags/tag215.xml"/><Relationship Id="rId6" Type="http://schemas.openxmlformats.org/officeDocument/2006/relationships/tags" Target="../tags/tag214.xml"/><Relationship Id="rId5" Type="http://schemas.openxmlformats.org/officeDocument/2006/relationships/tags" Target="../tags/tag213.xml"/><Relationship Id="rId4" Type="http://schemas.openxmlformats.org/officeDocument/2006/relationships/tags" Target="../tags/tag212.xml"/><Relationship Id="rId3" Type="http://schemas.openxmlformats.org/officeDocument/2006/relationships/image" Target="../media/image13.jpeg"/><Relationship Id="rId2" Type="http://schemas.openxmlformats.org/officeDocument/2006/relationships/tags" Target="../tags/tag211.xml"/><Relationship Id="rId12" Type="http://schemas.openxmlformats.org/officeDocument/2006/relationships/notesSlide" Target="../notesSlides/notesSlide4.xml"/><Relationship Id="rId11" Type="http://schemas.openxmlformats.org/officeDocument/2006/relationships/slideLayout" Target="../slideLayouts/slideLayout19.xml"/><Relationship Id="rId10" Type="http://schemas.openxmlformats.org/officeDocument/2006/relationships/tags" Target="../tags/tag218.xml"/><Relationship Id="rId1" Type="http://schemas.openxmlformats.org/officeDocument/2006/relationships/tags" Target="../tags/tag210.xml"/></Relationships>
</file>

<file path=ppt/slides/_rels/slide10.xml.rels><?xml version="1.0" encoding="UTF-8" standalone="yes"?>
<Relationships xmlns="http://schemas.openxmlformats.org/package/2006/relationships"><Relationship Id="rId9" Type="http://schemas.openxmlformats.org/officeDocument/2006/relationships/tags" Target="../tags/tag226.xml"/><Relationship Id="rId8" Type="http://schemas.openxmlformats.org/officeDocument/2006/relationships/tags" Target="../tags/tag225.xml"/><Relationship Id="rId7" Type="http://schemas.openxmlformats.org/officeDocument/2006/relationships/tags" Target="../tags/tag224.xml"/><Relationship Id="rId6" Type="http://schemas.openxmlformats.org/officeDocument/2006/relationships/tags" Target="../tags/tag223.xml"/><Relationship Id="rId5" Type="http://schemas.openxmlformats.org/officeDocument/2006/relationships/tags" Target="../tags/tag222.xml"/><Relationship Id="rId4" Type="http://schemas.openxmlformats.org/officeDocument/2006/relationships/tags" Target="../tags/tag221.xml"/><Relationship Id="rId3" Type="http://schemas.openxmlformats.org/officeDocument/2006/relationships/image" Target="../media/image14.jpeg"/><Relationship Id="rId2" Type="http://schemas.openxmlformats.org/officeDocument/2006/relationships/tags" Target="../tags/tag220.xml"/><Relationship Id="rId14" Type="http://schemas.openxmlformats.org/officeDocument/2006/relationships/slideLayout" Target="../slideLayouts/slideLayout19.xml"/><Relationship Id="rId13" Type="http://schemas.openxmlformats.org/officeDocument/2006/relationships/tags" Target="../tags/tag230.xml"/><Relationship Id="rId12" Type="http://schemas.openxmlformats.org/officeDocument/2006/relationships/tags" Target="../tags/tag229.xml"/><Relationship Id="rId11" Type="http://schemas.openxmlformats.org/officeDocument/2006/relationships/tags" Target="../tags/tag228.xml"/><Relationship Id="rId10" Type="http://schemas.openxmlformats.org/officeDocument/2006/relationships/tags" Target="../tags/tag227.xml"/><Relationship Id="rId1" Type="http://schemas.openxmlformats.org/officeDocument/2006/relationships/tags" Target="../tags/tag219.xml"/></Relationships>
</file>

<file path=ppt/slides/_rels/slide11.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tags" Target="../tags/tag238.xml"/><Relationship Id="rId7" Type="http://schemas.openxmlformats.org/officeDocument/2006/relationships/tags" Target="../tags/tag237.xml"/><Relationship Id="rId6" Type="http://schemas.openxmlformats.org/officeDocument/2006/relationships/tags" Target="../tags/tag236.xml"/><Relationship Id="rId5" Type="http://schemas.openxmlformats.org/officeDocument/2006/relationships/tags" Target="../tags/tag235.xml"/><Relationship Id="rId4" Type="http://schemas.openxmlformats.org/officeDocument/2006/relationships/tags" Target="../tags/tag234.xml"/><Relationship Id="rId3" Type="http://schemas.openxmlformats.org/officeDocument/2006/relationships/tags" Target="../tags/tag233.xml"/><Relationship Id="rId2" Type="http://schemas.openxmlformats.org/officeDocument/2006/relationships/tags" Target="../tags/tag232.xml"/><Relationship Id="rId15" Type="http://schemas.openxmlformats.org/officeDocument/2006/relationships/slideLayout" Target="../slideLayouts/slideLayout19.xml"/><Relationship Id="rId14" Type="http://schemas.openxmlformats.org/officeDocument/2006/relationships/tags" Target="../tags/tag240.xml"/><Relationship Id="rId13" Type="http://schemas.openxmlformats.org/officeDocument/2006/relationships/image" Target="../media/image18.svg"/><Relationship Id="rId12" Type="http://schemas.openxmlformats.org/officeDocument/2006/relationships/image" Target="../media/image17.png"/><Relationship Id="rId11" Type="http://schemas.openxmlformats.org/officeDocument/2006/relationships/tags" Target="../tags/tag239.xml"/><Relationship Id="rId10" Type="http://schemas.openxmlformats.org/officeDocument/2006/relationships/image" Target="../media/image16.svg"/><Relationship Id="rId1" Type="http://schemas.openxmlformats.org/officeDocument/2006/relationships/tags" Target="../tags/tag231.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243.xml"/><Relationship Id="rId2" Type="http://schemas.openxmlformats.org/officeDocument/2006/relationships/tags" Target="../tags/tag242.xml"/><Relationship Id="rId1" Type="http://schemas.openxmlformats.org/officeDocument/2006/relationships/tags" Target="../tags/tag241.xml"/></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tags" Target="../tags/tag251.xml"/><Relationship Id="rId7" Type="http://schemas.openxmlformats.org/officeDocument/2006/relationships/tags" Target="../tags/tag250.xml"/><Relationship Id="rId6" Type="http://schemas.openxmlformats.org/officeDocument/2006/relationships/tags" Target="../tags/tag249.xml"/><Relationship Id="rId5" Type="http://schemas.openxmlformats.org/officeDocument/2006/relationships/tags" Target="../tags/tag248.xml"/><Relationship Id="rId4" Type="http://schemas.openxmlformats.org/officeDocument/2006/relationships/tags" Target="../tags/tag247.xml"/><Relationship Id="rId3" Type="http://schemas.openxmlformats.org/officeDocument/2006/relationships/tags" Target="../tags/tag246.xml"/><Relationship Id="rId2" Type="http://schemas.openxmlformats.org/officeDocument/2006/relationships/tags" Target="../tags/tag245.xml"/><Relationship Id="rId10" Type="http://schemas.openxmlformats.org/officeDocument/2006/relationships/notesSlide" Target="../notesSlides/notesSlide5.xml"/><Relationship Id="rId1" Type="http://schemas.openxmlformats.org/officeDocument/2006/relationships/tags" Target="../tags/tag244.xml"/></Relationships>
</file>

<file path=ppt/slides/_rels/slide14.xml.rels><?xml version="1.0" encoding="UTF-8" standalone="yes"?>
<Relationships xmlns="http://schemas.openxmlformats.org/package/2006/relationships"><Relationship Id="rId9" Type="http://schemas.openxmlformats.org/officeDocument/2006/relationships/tags" Target="../tags/tag260.xml"/><Relationship Id="rId8" Type="http://schemas.openxmlformats.org/officeDocument/2006/relationships/tags" Target="../tags/tag259.xml"/><Relationship Id="rId7" Type="http://schemas.openxmlformats.org/officeDocument/2006/relationships/tags" Target="../tags/tag258.xml"/><Relationship Id="rId6" Type="http://schemas.openxmlformats.org/officeDocument/2006/relationships/tags" Target="../tags/tag257.xml"/><Relationship Id="rId5" Type="http://schemas.openxmlformats.org/officeDocument/2006/relationships/tags" Target="../tags/tag256.xml"/><Relationship Id="rId4" Type="http://schemas.openxmlformats.org/officeDocument/2006/relationships/tags" Target="../tags/tag255.xml"/><Relationship Id="rId3" Type="http://schemas.openxmlformats.org/officeDocument/2006/relationships/tags" Target="../tags/tag254.xml"/><Relationship Id="rId2" Type="http://schemas.openxmlformats.org/officeDocument/2006/relationships/tags" Target="../tags/tag253.xml"/><Relationship Id="rId18" Type="http://schemas.openxmlformats.org/officeDocument/2006/relationships/slideLayout" Target="../slideLayouts/slideLayout19.xml"/><Relationship Id="rId17" Type="http://schemas.openxmlformats.org/officeDocument/2006/relationships/tags" Target="../tags/tag268.xml"/><Relationship Id="rId16" Type="http://schemas.openxmlformats.org/officeDocument/2006/relationships/tags" Target="../tags/tag267.xml"/><Relationship Id="rId15" Type="http://schemas.openxmlformats.org/officeDocument/2006/relationships/tags" Target="../tags/tag266.xml"/><Relationship Id="rId14" Type="http://schemas.openxmlformats.org/officeDocument/2006/relationships/tags" Target="../tags/tag265.xml"/><Relationship Id="rId13" Type="http://schemas.openxmlformats.org/officeDocument/2006/relationships/tags" Target="../tags/tag264.xml"/><Relationship Id="rId12" Type="http://schemas.openxmlformats.org/officeDocument/2006/relationships/tags" Target="../tags/tag263.xml"/><Relationship Id="rId11" Type="http://schemas.openxmlformats.org/officeDocument/2006/relationships/tags" Target="../tags/tag262.xml"/><Relationship Id="rId10" Type="http://schemas.openxmlformats.org/officeDocument/2006/relationships/tags" Target="../tags/tag261.xml"/><Relationship Id="rId1" Type="http://schemas.openxmlformats.org/officeDocument/2006/relationships/tags" Target="../tags/tag252.xml"/></Relationships>
</file>

<file path=ppt/slides/_rels/slide15.xml.rels><?xml version="1.0" encoding="UTF-8" standalone="yes"?>
<Relationships xmlns="http://schemas.openxmlformats.org/package/2006/relationships"><Relationship Id="rId9" Type="http://schemas.openxmlformats.org/officeDocument/2006/relationships/tags" Target="../tags/tag276.xml"/><Relationship Id="rId8" Type="http://schemas.openxmlformats.org/officeDocument/2006/relationships/tags" Target="../tags/tag275.xml"/><Relationship Id="rId7" Type="http://schemas.openxmlformats.org/officeDocument/2006/relationships/tags" Target="../tags/tag274.xml"/><Relationship Id="rId6" Type="http://schemas.openxmlformats.org/officeDocument/2006/relationships/tags" Target="../tags/tag273.xml"/><Relationship Id="rId5" Type="http://schemas.openxmlformats.org/officeDocument/2006/relationships/tags" Target="../tags/tag272.xml"/><Relationship Id="rId4" Type="http://schemas.openxmlformats.org/officeDocument/2006/relationships/tags" Target="../tags/tag271.xml"/><Relationship Id="rId3" Type="http://schemas.openxmlformats.org/officeDocument/2006/relationships/image" Target="../media/image19.jpeg"/><Relationship Id="rId2" Type="http://schemas.openxmlformats.org/officeDocument/2006/relationships/tags" Target="../tags/tag270.xml"/><Relationship Id="rId11" Type="http://schemas.openxmlformats.org/officeDocument/2006/relationships/slideLayout" Target="../slideLayouts/slideLayout19.xml"/><Relationship Id="rId10" Type="http://schemas.openxmlformats.org/officeDocument/2006/relationships/tags" Target="../tags/tag277.xml"/><Relationship Id="rId1" Type="http://schemas.openxmlformats.org/officeDocument/2006/relationships/tags" Target="../tags/tag269.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280.xml"/><Relationship Id="rId2" Type="http://schemas.openxmlformats.org/officeDocument/2006/relationships/tags" Target="../tags/tag279.xml"/><Relationship Id="rId1" Type="http://schemas.openxmlformats.org/officeDocument/2006/relationships/tags" Target="../tags/tag278.xml"/></Relationships>
</file>

<file path=ppt/slides/_rels/slide17.xml.rels><?xml version="1.0" encoding="UTF-8" standalone="yes"?>
<Relationships xmlns="http://schemas.openxmlformats.org/package/2006/relationships"><Relationship Id="rId9" Type="http://schemas.openxmlformats.org/officeDocument/2006/relationships/tags" Target="../tags/tag289.xml"/><Relationship Id="rId8" Type="http://schemas.openxmlformats.org/officeDocument/2006/relationships/tags" Target="../tags/tag288.xml"/><Relationship Id="rId7" Type="http://schemas.openxmlformats.org/officeDocument/2006/relationships/tags" Target="../tags/tag287.xml"/><Relationship Id="rId6" Type="http://schemas.openxmlformats.org/officeDocument/2006/relationships/tags" Target="../tags/tag286.xml"/><Relationship Id="rId5" Type="http://schemas.openxmlformats.org/officeDocument/2006/relationships/tags" Target="../tags/tag285.xml"/><Relationship Id="rId4" Type="http://schemas.openxmlformats.org/officeDocument/2006/relationships/tags" Target="../tags/tag284.xml"/><Relationship Id="rId3" Type="http://schemas.openxmlformats.org/officeDocument/2006/relationships/tags" Target="../tags/tag283.xml"/><Relationship Id="rId22" Type="http://schemas.openxmlformats.org/officeDocument/2006/relationships/notesSlide" Target="../notesSlides/notesSlide6.xml"/><Relationship Id="rId21" Type="http://schemas.openxmlformats.org/officeDocument/2006/relationships/slideLayout" Target="../slideLayouts/slideLayout19.xml"/><Relationship Id="rId20" Type="http://schemas.openxmlformats.org/officeDocument/2006/relationships/tags" Target="../tags/tag296.xml"/><Relationship Id="rId2" Type="http://schemas.openxmlformats.org/officeDocument/2006/relationships/tags" Target="../tags/tag282.xml"/><Relationship Id="rId19" Type="http://schemas.openxmlformats.org/officeDocument/2006/relationships/image" Target="../media/image23.svg"/><Relationship Id="rId18" Type="http://schemas.openxmlformats.org/officeDocument/2006/relationships/image" Target="../media/image22.png"/><Relationship Id="rId17" Type="http://schemas.openxmlformats.org/officeDocument/2006/relationships/tags" Target="../tags/tag295.xml"/><Relationship Id="rId16" Type="http://schemas.openxmlformats.org/officeDocument/2006/relationships/image" Target="../media/image21.svg"/><Relationship Id="rId15" Type="http://schemas.openxmlformats.org/officeDocument/2006/relationships/image" Target="../media/image20.png"/><Relationship Id="rId14" Type="http://schemas.openxmlformats.org/officeDocument/2006/relationships/tags" Target="../tags/tag294.xml"/><Relationship Id="rId13" Type="http://schemas.openxmlformats.org/officeDocument/2006/relationships/tags" Target="../tags/tag293.xml"/><Relationship Id="rId12" Type="http://schemas.openxmlformats.org/officeDocument/2006/relationships/tags" Target="../tags/tag292.xml"/><Relationship Id="rId11" Type="http://schemas.openxmlformats.org/officeDocument/2006/relationships/tags" Target="../tags/tag291.xml"/><Relationship Id="rId10" Type="http://schemas.openxmlformats.org/officeDocument/2006/relationships/tags" Target="../tags/tag290.xml"/><Relationship Id="rId1" Type="http://schemas.openxmlformats.org/officeDocument/2006/relationships/tags" Target="../tags/tag281.xml"/></Relationships>
</file>

<file path=ppt/slides/_rels/slide18.xml.rels><?xml version="1.0" encoding="UTF-8" standalone="yes"?>
<Relationships xmlns="http://schemas.openxmlformats.org/package/2006/relationships"><Relationship Id="rId9" Type="http://schemas.openxmlformats.org/officeDocument/2006/relationships/tags" Target="../tags/tag304.xml"/><Relationship Id="rId8" Type="http://schemas.openxmlformats.org/officeDocument/2006/relationships/tags" Target="../tags/tag303.xml"/><Relationship Id="rId7" Type="http://schemas.openxmlformats.org/officeDocument/2006/relationships/tags" Target="../tags/tag302.xml"/><Relationship Id="rId6" Type="http://schemas.openxmlformats.org/officeDocument/2006/relationships/tags" Target="../tags/tag301.xml"/><Relationship Id="rId5" Type="http://schemas.openxmlformats.org/officeDocument/2006/relationships/tags" Target="../tags/tag300.xml"/><Relationship Id="rId4" Type="http://schemas.openxmlformats.org/officeDocument/2006/relationships/tags" Target="../tags/tag299.xml"/><Relationship Id="rId3" Type="http://schemas.openxmlformats.org/officeDocument/2006/relationships/tags" Target="../tags/tag298.xml"/><Relationship Id="rId2" Type="http://schemas.openxmlformats.org/officeDocument/2006/relationships/image" Target="../media/image24.jpeg"/><Relationship Id="rId16" Type="http://schemas.openxmlformats.org/officeDocument/2006/relationships/notesSlide" Target="../notesSlides/notesSlide7.xml"/><Relationship Id="rId15" Type="http://schemas.openxmlformats.org/officeDocument/2006/relationships/slideLayout" Target="../slideLayouts/slideLayout19.xml"/><Relationship Id="rId14" Type="http://schemas.openxmlformats.org/officeDocument/2006/relationships/tags" Target="../tags/tag309.xml"/><Relationship Id="rId13" Type="http://schemas.openxmlformats.org/officeDocument/2006/relationships/tags" Target="../tags/tag308.xml"/><Relationship Id="rId12" Type="http://schemas.openxmlformats.org/officeDocument/2006/relationships/tags" Target="../tags/tag307.xml"/><Relationship Id="rId11" Type="http://schemas.openxmlformats.org/officeDocument/2006/relationships/tags" Target="../tags/tag306.xml"/><Relationship Id="rId10" Type="http://schemas.openxmlformats.org/officeDocument/2006/relationships/tags" Target="../tags/tag305.xml"/><Relationship Id="rId1" Type="http://schemas.openxmlformats.org/officeDocument/2006/relationships/tags" Target="../tags/tag297.xml"/></Relationships>
</file>

<file path=ppt/slides/_rels/slide19.xml.rels><?xml version="1.0" encoding="UTF-8" standalone="yes"?>
<Relationships xmlns="http://schemas.openxmlformats.org/package/2006/relationships"><Relationship Id="rId9" Type="http://schemas.openxmlformats.org/officeDocument/2006/relationships/tags" Target="../tags/tag316.xml"/><Relationship Id="rId8" Type="http://schemas.openxmlformats.org/officeDocument/2006/relationships/image" Target="../media/image26.svg"/><Relationship Id="rId7" Type="http://schemas.openxmlformats.org/officeDocument/2006/relationships/image" Target="../media/image25.png"/><Relationship Id="rId6" Type="http://schemas.openxmlformats.org/officeDocument/2006/relationships/tags" Target="../tags/tag315.xml"/><Relationship Id="rId5" Type="http://schemas.openxmlformats.org/officeDocument/2006/relationships/tags" Target="../tags/tag314.xml"/><Relationship Id="rId4" Type="http://schemas.openxmlformats.org/officeDocument/2006/relationships/tags" Target="../tags/tag313.xml"/><Relationship Id="rId3" Type="http://schemas.openxmlformats.org/officeDocument/2006/relationships/tags" Target="../tags/tag312.xml"/><Relationship Id="rId2" Type="http://schemas.openxmlformats.org/officeDocument/2006/relationships/tags" Target="../tags/tag311.xml"/><Relationship Id="rId13" Type="http://schemas.openxmlformats.org/officeDocument/2006/relationships/slideLayout" Target="../slideLayouts/slideLayout19.xml"/><Relationship Id="rId12" Type="http://schemas.openxmlformats.org/officeDocument/2006/relationships/tags" Target="../tags/tag317.xml"/><Relationship Id="rId11" Type="http://schemas.openxmlformats.org/officeDocument/2006/relationships/image" Target="../media/image28.svg"/><Relationship Id="rId10" Type="http://schemas.openxmlformats.org/officeDocument/2006/relationships/image" Target="../media/image27.png"/><Relationship Id="rId1" Type="http://schemas.openxmlformats.org/officeDocument/2006/relationships/tags" Target="../tags/tag310.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320.xml"/><Relationship Id="rId2" Type="http://schemas.openxmlformats.org/officeDocument/2006/relationships/tags" Target="../tags/tag319.xml"/><Relationship Id="rId1" Type="http://schemas.openxmlformats.org/officeDocument/2006/relationships/tags" Target="../tags/tag318.xml"/></Relationships>
</file>

<file path=ppt/slides/_rels/slide21.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tags" Target="../tags/tag328.xml"/><Relationship Id="rId7" Type="http://schemas.openxmlformats.org/officeDocument/2006/relationships/tags" Target="../tags/tag327.xml"/><Relationship Id="rId6" Type="http://schemas.openxmlformats.org/officeDocument/2006/relationships/tags" Target="../tags/tag326.xml"/><Relationship Id="rId5" Type="http://schemas.openxmlformats.org/officeDocument/2006/relationships/tags" Target="../tags/tag325.xml"/><Relationship Id="rId4" Type="http://schemas.openxmlformats.org/officeDocument/2006/relationships/tags" Target="../tags/tag324.xml"/><Relationship Id="rId3" Type="http://schemas.openxmlformats.org/officeDocument/2006/relationships/tags" Target="../tags/tag323.xml"/><Relationship Id="rId2" Type="http://schemas.openxmlformats.org/officeDocument/2006/relationships/tags" Target="../tags/tag322.xml"/><Relationship Id="rId16" Type="http://schemas.openxmlformats.org/officeDocument/2006/relationships/slideLayout" Target="../slideLayouts/slideLayout19.xml"/><Relationship Id="rId15" Type="http://schemas.openxmlformats.org/officeDocument/2006/relationships/tags" Target="../tags/tag331.xml"/><Relationship Id="rId14" Type="http://schemas.openxmlformats.org/officeDocument/2006/relationships/image" Target="../media/image32.svg"/><Relationship Id="rId13" Type="http://schemas.openxmlformats.org/officeDocument/2006/relationships/image" Target="../media/image31.png"/><Relationship Id="rId12" Type="http://schemas.openxmlformats.org/officeDocument/2006/relationships/tags" Target="../tags/tag330.xml"/><Relationship Id="rId11" Type="http://schemas.openxmlformats.org/officeDocument/2006/relationships/tags" Target="../tags/tag329.xml"/><Relationship Id="rId10" Type="http://schemas.openxmlformats.org/officeDocument/2006/relationships/image" Target="../media/image30.svg"/><Relationship Id="rId1" Type="http://schemas.openxmlformats.org/officeDocument/2006/relationships/tags" Target="../tags/tag321.xml"/></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tags" Target="../tags/tag338.xml"/><Relationship Id="rId7" Type="http://schemas.openxmlformats.org/officeDocument/2006/relationships/tags" Target="../tags/tag337.xml"/><Relationship Id="rId6" Type="http://schemas.openxmlformats.org/officeDocument/2006/relationships/tags" Target="../tags/tag336.xml"/><Relationship Id="rId5" Type="http://schemas.openxmlformats.org/officeDocument/2006/relationships/tags" Target="../tags/tag335.xml"/><Relationship Id="rId4" Type="http://schemas.openxmlformats.org/officeDocument/2006/relationships/tags" Target="../tags/tag334.xml"/><Relationship Id="rId3" Type="http://schemas.openxmlformats.org/officeDocument/2006/relationships/tags" Target="../tags/tag333.xml"/><Relationship Id="rId2" Type="http://schemas.openxmlformats.org/officeDocument/2006/relationships/image" Target="../media/image33.jpeg"/><Relationship Id="rId10" Type="http://schemas.openxmlformats.org/officeDocument/2006/relationships/notesSlide" Target="../notesSlides/notesSlide8.xml"/><Relationship Id="rId1" Type="http://schemas.openxmlformats.org/officeDocument/2006/relationships/tags" Target="../tags/tag332.xml"/></Relationships>
</file>

<file path=ppt/slides/_rels/slide23.xml.rels><?xml version="1.0" encoding="UTF-8" standalone="yes"?>
<Relationships xmlns="http://schemas.openxmlformats.org/package/2006/relationships"><Relationship Id="rId9" Type="http://schemas.openxmlformats.org/officeDocument/2006/relationships/tags" Target="../tags/tag347.xml"/><Relationship Id="rId8" Type="http://schemas.openxmlformats.org/officeDocument/2006/relationships/tags" Target="../tags/tag346.xml"/><Relationship Id="rId7" Type="http://schemas.openxmlformats.org/officeDocument/2006/relationships/tags" Target="../tags/tag345.xml"/><Relationship Id="rId6" Type="http://schemas.openxmlformats.org/officeDocument/2006/relationships/tags" Target="../tags/tag344.xml"/><Relationship Id="rId5" Type="http://schemas.openxmlformats.org/officeDocument/2006/relationships/tags" Target="../tags/tag343.xml"/><Relationship Id="rId4" Type="http://schemas.openxmlformats.org/officeDocument/2006/relationships/tags" Target="../tags/tag342.xml"/><Relationship Id="rId3" Type="http://schemas.openxmlformats.org/officeDocument/2006/relationships/tags" Target="../tags/tag341.xml"/><Relationship Id="rId21" Type="http://schemas.openxmlformats.org/officeDocument/2006/relationships/slideLayout" Target="../slideLayouts/slideLayout19.xml"/><Relationship Id="rId20" Type="http://schemas.openxmlformats.org/officeDocument/2006/relationships/tags" Target="../tags/tag352.xml"/><Relationship Id="rId2" Type="http://schemas.openxmlformats.org/officeDocument/2006/relationships/tags" Target="../tags/tag340.xml"/><Relationship Id="rId19" Type="http://schemas.openxmlformats.org/officeDocument/2006/relationships/image" Target="../media/image37.svg"/><Relationship Id="rId18" Type="http://schemas.openxmlformats.org/officeDocument/2006/relationships/image" Target="../media/image36.png"/><Relationship Id="rId17" Type="http://schemas.openxmlformats.org/officeDocument/2006/relationships/tags" Target="../tags/tag351.xml"/><Relationship Id="rId16" Type="http://schemas.openxmlformats.org/officeDocument/2006/relationships/image" Target="../media/image16.svg"/><Relationship Id="rId15" Type="http://schemas.openxmlformats.org/officeDocument/2006/relationships/image" Target="../media/image35.png"/><Relationship Id="rId14" Type="http://schemas.openxmlformats.org/officeDocument/2006/relationships/tags" Target="../tags/tag350.xml"/><Relationship Id="rId13" Type="http://schemas.openxmlformats.org/officeDocument/2006/relationships/image" Target="../media/image18.svg"/><Relationship Id="rId12" Type="http://schemas.openxmlformats.org/officeDocument/2006/relationships/image" Target="../media/image34.png"/><Relationship Id="rId11" Type="http://schemas.openxmlformats.org/officeDocument/2006/relationships/tags" Target="../tags/tag349.xml"/><Relationship Id="rId10" Type="http://schemas.openxmlformats.org/officeDocument/2006/relationships/tags" Target="../tags/tag348.xml"/><Relationship Id="rId1" Type="http://schemas.openxmlformats.org/officeDocument/2006/relationships/tags" Target="../tags/tag339.xml"/></Relationships>
</file>

<file path=ppt/slides/_rels/slide24.xml.rels><?xml version="1.0" encoding="UTF-8" standalone="yes"?>
<Relationships xmlns="http://schemas.openxmlformats.org/package/2006/relationships"><Relationship Id="rId9" Type="http://schemas.openxmlformats.org/officeDocument/2006/relationships/tags" Target="../tags/tag360.xml"/><Relationship Id="rId8" Type="http://schemas.openxmlformats.org/officeDocument/2006/relationships/tags" Target="../tags/tag359.xml"/><Relationship Id="rId7" Type="http://schemas.openxmlformats.org/officeDocument/2006/relationships/tags" Target="../tags/tag358.xml"/><Relationship Id="rId6" Type="http://schemas.openxmlformats.org/officeDocument/2006/relationships/tags" Target="../tags/tag357.xml"/><Relationship Id="rId5" Type="http://schemas.openxmlformats.org/officeDocument/2006/relationships/tags" Target="../tags/tag356.xml"/><Relationship Id="rId4" Type="http://schemas.openxmlformats.org/officeDocument/2006/relationships/tags" Target="../tags/tag355.xml"/><Relationship Id="rId3" Type="http://schemas.openxmlformats.org/officeDocument/2006/relationships/tags" Target="../tags/tag354.xml"/><Relationship Id="rId2" Type="http://schemas.openxmlformats.org/officeDocument/2006/relationships/image" Target="../media/image38.jpeg"/><Relationship Id="rId18" Type="http://schemas.openxmlformats.org/officeDocument/2006/relationships/slideLayout" Target="../slideLayouts/slideLayout19.xml"/><Relationship Id="rId17" Type="http://schemas.openxmlformats.org/officeDocument/2006/relationships/tags" Target="../tags/tag368.xml"/><Relationship Id="rId16" Type="http://schemas.openxmlformats.org/officeDocument/2006/relationships/tags" Target="../tags/tag367.xml"/><Relationship Id="rId15" Type="http://schemas.openxmlformats.org/officeDocument/2006/relationships/tags" Target="../tags/tag366.xml"/><Relationship Id="rId14" Type="http://schemas.openxmlformats.org/officeDocument/2006/relationships/tags" Target="../tags/tag365.xml"/><Relationship Id="rId13" Type="http://schemas.openxmlformats.org/officeDocument/2006/relationships/tags" Target="../tags/tag364.xml"/><Relationship Id="rId12" Type="http://schemas.openxmlformats.org/officeDocument/2006/relationships/tags" Target="../tags/tag363.xml"/><Relationship Id="rId11" Type="http://schemas.openxmlformats.org/officeDocument/2006/relationships/tags" Target="../tags/tag362.xml"/><Relationship Id="rId10" Type="http://schemas.openxmlformats.org/officeDocument/2006/relationships/tags" Target="../tags/tag361.xml"/><Relationship Id="rId1" Type="http://schemas.openxmlformats.org/officeDocument/2006/relationships/tags" Target="../tags/tag353.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371.xml"/><Relationship Id="rId2" Type="http://schemas.openxmlformats.org/officeDocument/2006/relationships/tags" Target="../tags/tag370.xml"/><Relationship Id="rId1" Type="http://schemas.openxmlformats.org/officeDocument/2006/relationships/tags" Target="../tags/tag36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标题 7"/>
          <p:cNvSpPr>
            <a:spLocks noGrp="1"/>
          </p:cNvSpPr>
          <p:nvPr>
            <p:ph type="title" idx="1"/>
            <p:custDataLst>
              <p:tags r:id="rId1"/>
            </p:custDataLst>
          </p:nvPr>
        </p:nvSpPr>
        <p:spPr>
          <a:xfrm>
            <a:off x="2273300" y="1901190"/>
            <a:ext cx="8413750" cy="1709420"/>
          </a:xfrm>
        </p:spPr>
        <p:txBody>
          <a:bodyPr>
            <a:normAutofit fontScale="90000"/>
          </a:bodyPr>
          <a:lstStyle/>
          <a:p>
            <a:r>
              <a:rPr lang="zh-CN" altLang="en-US" dirty="0"/>
              <a:t>DeepSeek：中国人工智能产业的变革力量</a:t>
            </a:r>
            <a:endParaRPr lang="zh-CN" altLang="en-US" dirty="0"/>
          </a:p>
        </p:txBody>
      </p:sp>
      <p:sp>
        <p:nvSpPr>
          <p:cNvPr id="5" name="文本占位符 4"/>
          <p:cNvSpPr>
            <a:spLocks noGrp="1"/>
          </p:cNvSpPr>
          <p:nvPr>
            <p:ph type="body" sz="quarter" idx="17"/>
            <p:custDataLst>
              <p:tags r:id="rId2"/>
            </p:custDataLst>
          </p:nvPr>
        </p:nvSpPr>
        <p:spPr>
          <a:xfrm>
            <a:off x="2273299" y="4275976"/>
            <a:ext cx="7589519" cy="656600"/>
          </a:xfrm>
        </p:spPr>
        <p:txBody>
          <a:bodyPr/>
          <a:lstStyle/>
          <a:p>
            <a:r>
              <a:rPr lang="zh-CN" altLang="en-US" dirty="0"/>
              <a:t>汇报人：WPS</a:t>
            </a:r>
            <a:endParaRPr lang="zh-CN" altLang="en-US" dirty="0"/>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idx="1"/>
            <p:custDataLst>
              <p:tags r:id="rId1"/>
            </p:custDataLst>
          </p:nvPr>
        </p:nvSpPr>
        <p:spPr>
          <a:xfrm>
            <a:off x="1166495" y="1793240"/>
            <a:ext cx="1375410" cy="3604895"/>
          </a:xfrm>
        </p:spPr>
        <p:txBody>
          <a:bodyPr/>
          <a:lstStyle/>
          <a:p>
            <a:r>
              <a:rPr lang="zh-CN" altLang="en-US"/>
              <a:t>目录</a:t>
            </a:r>
            <a:endParaRPr lang="zh-CN" altLang="en-US"/>
          </a:p>
        </p:txBody>
      </p:sp>
      <p:sp>
        <p:nvSpPr>
          <p:cNvPr id="2" name="圆角矩形 1"/>
          <p:cNvSpPr/>
          <p:nvPr>
            <p:custDataLst>
              <p:tags r:id="rId2"/>
            </p:custDataLst>
          </p:nvPr>
        </p:nvSpPr>
        <p:spPr>
          <a:xfrm>
            <a:off x="4404995" y="942340"/>
            <a:ext cx="4888230" cy="737870"/>
          </a:xfrm>
          <a:prstGeom prst="roundRect">
            <a:avLst>
              <a:gd name="adj" fmla="val 50000"/>
            </a:avLst>
          </a:prstGeom>
          <a:solidFill>
            <a:schemeClr val="bg2"/>
          </a:solidFill>
          <a:ln>
            <a:noFill/>
          </a:ln>
          <a:effectLst>
            <a:outerShdw blurRad="254000" dist="38100" dir="2700000" algn="tl" rotWithShape="0">
              <a:schemeClr val="bg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normAutofit/>
          </a:bodyPr>
          <a:lstStyle/>
          <a:p>
            <a:pPr algn="ctr"/>
            <a:endParaRPr lang="zh-CN" altLang="en-US">
              <a:cs typeface="MiSans Normal" panose="00000500000000000000" charset="-122"/>
            </a:endParaRPr>
          </a:p>
        </p:txBody>
      </p:sp>
      <p:sp>
        <p:nvSpPr>
          <p:cNvPr id="6" name="序号"/>
          <p:cNvSpPr txBox="1"/>
          <p:nvPr>
            <p:custDataLst>
              <p:tags r:id="rId3"/>
            </p:custDataLst>
          </p:nvPr>
        </p:nvSpPr>
        <p:spPr>
          <a:xfrm>
            <a:off x="4404995" y="946150"/>
            <a:ext cx="732155" cy="734060"/>
          </a:xfrm>
          <a:prstGeom prst="ellipse">
            <a:avLst/>
          </a:prstGeom>
          <a:solidFill>
            <a:schemeClr val="accent1"/>
          </a:solidFill>
        </p:spPr>
        <p:txBody>
          <a:bodyPr wrap="none" lIns="0" tIns="0" rIns="0" bIns="0" rtlCol="0" anchor="ctr" anchorCtr="0">
            <a:normAutofit/>
          </a:bodyPr>
          <a:lstStyle/>
          <a:p>
            <a:pPr algn="ctr"/>
            <a:r>
              <a:rPr lang="en-US" altLang="zh-CN" sz="2400">
                <a:solidFill>
                  <a:schemeClr val="lt1"/>
                </a:solidFill>
                <a:latin typeface="+mj-ea"/>
                <a:ea typeface="+mj-ea"/>
                <a:cs typeface="MiSans Normal" panose="00000500000000000000" charset="-122"/>
              </a:rPr>
              <a:t>01</a:t>
            </a:r>
            <a:endParaRPr lang="en-US" altLang="zh-CN" sz="2400">
              <a:solidFill>
                <a:schemeClr val="lt1"/>
              </a:solidFill>
              <a:latin typeface="+mj-ea"/>
              <a:ea typeface="+mj-ea"/>
              <a:cs typeface="MiSans Normal" panose="00000500000000000000" charset="-122"/>
            </a:endParaRPr>
          </a:p>
        </p:txBody>
      </p:sp>
      <p:sp>
        <p:nvSpPr>
          <p:cNvPr id="16" name="标题"/>
          <p:cNvSpPr txBox="1"/>
          <p:nvPr>
            <p:custDataLst>
              <p:tags r:id="rId4"/>
            </p:custDataLst>
          </p:nvPr>
        </p:nvSpPr>
        <p:spPr>
          <a:xfrm>
            <a:off x="5392420" y="961390"/>
            <a:ext cx="3803650" cy="715010"/>
          </a:xfrm>
          <a:prstGeom prst="rect">
            <a:avLst/>
          </a:prstGeom>
          <a:noFill/>
        </p:spPr>
        <p:txBody>
          <a:bodyPr wrap="square" lIns="91440" tIns="0" rIns="91440" bIns="0" rtlCol="0" anchor="ctr" anchorCtr="0">
            <a:normAutofit/>
          </a:bodyPr>
          <a:lstStyle/>
          <a:p>
            <a:pPr lvl="0" algn="l">
              <a:buClrTx/>
              <a:buSzTx/>
              <a:buFontTx/>
            </a:pPr>
            <a:r>
              <a:rPr lang="zh-CN" altLang="en-US" sz="2400" spc="200">
                <a:solidFill>
                  <a:schemeClr val="tx1">
                    <a:lumMod val="85000"/>
                    <a:lumOff val="15000"/>
                  </a:schemeClr>
                </a:solidFill>
                <a:uFillTx/>
                <a:latin typeface="+mj-ea"/>
                <a:ea typeface="+mj-ea"/>
                <a:cs typeface="MiSans Normal" panose="00000500000000000000" charset="-122"/>
                <a:sym typeface="+mn-ea"/>
              </a:rPr>
              <a:t>技术突破与范式创新</a:t>
            </a:r>
            <a:endParaRPr lang="zh-CN" altLang="en-US" sz="2400" spc="200">
              <a:solidFill>
                <a:schemeClr val="tx1">
                  <a:lumMod val="85000"/>
                  <a:lumOff val="15000"/>
                </a:schemeClr>
              </a:solidFill>
              <a:uFillTx/>
              <a:latin typeface="+mj-ea"/>
              <a:ea typeface="+mj-ea"/>
              <a:cs typeface="MiSans Normal" panose="00000500000000000000" charset="-122"/>
              <a:sym typeface="+mn-ea"/>
            </a:endParaRPr>
          </a:p>
        </p:txBody>
      </p:sp>
      <p:sp>
        <p:nvSpPr>
          <p:cNvPr id="8" name="圆角矩形 7"/>
          <p:cNvSpPr/>
          <p:nvPr>
            <p:custDataLst>
              <p:tags r:id="rId5"/>
            </p:custDataLst>
          </p:nvPr>
        </p:nvSpPr>
        <p:spPr>
          <a:xfrm>
            <a:off x="4404995" y="2086610"/>
            <a:ext cx="4888230" cy="737870"/>
          </a:xfrm>
          <a:prstGeom prst="roundRect">
            <a:avLst>
              <a:gd name="adj" fmla="val 50000"/>
            </a:avLst>
          </a:prstGeom>
          <a:solidFill>
            <a:schemeClr val="bg2"/>
          </a:solidFill>
          <a:ln>
            <a:noFill/>
          </a:ln>
          <a:effectLst>
            <a:outerShdw blurRad="254000" dist="38100" dir="2700000" algn="tl" rotWithShape="0">
              <a:schemeClr val="bg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normAutofit/>
          </a:bodyPr>
          <a:lstStyle/>
          <a:p>
            <a:pPr algn="ctr"/>
            <a:endParaRPr lang="zh-CN" altLang="en-US">
              <a:cs typeface="MiSans Normal" panose="00000500000000000000" charset="-122"/>
            </a:endParaRPr>
          </a:p>
        </p:txBody>
      </p:sp>
      <p:sp>
        <p:nvSpPr>
          <p:cNvPr id="13" name="序号"/>
          <p:cNvSpPr txBox="1"/>
          <p:nvPr>
            <p:custDataLst>
              <p:tags r:id="rId6"/>
            </p:custDataLst>
          </p:nvPr>
        </p:nvSpPr>
        <p:spPr>
          <a:xfrm>
            <a:off x="4404995" y="2090420"/>
            <a:ext cx="732155" cy="734060"/>
          </a:xfrm>
          <a:prstGeom prst="ellipse">
            <a:avLst/>
          </a:prstGeom>
          <a:solidFill>
            <a:schemeClr val="accent2"/>
          </a:solidFill>
        </p:spPr>
        <p:txBody>
          <a:bodyPr wrap="none" lIns="0" tIns="0" rIns="0" bIns="0" rtlCol="0" anchor="ctr" anchorCtr="0">
            <a:normAutofit/>
          </a:bodyPr>
          <a:lstStyle/>
          <a:p>
            <a:pPr algn="ctr"/>
            <a:r>
              <a:rPr lang="en-US" altLang="zh-CN" sz="2400" dirty="0">
                <a:solidFill>
                  <a:schemeClr val="lt1"/>
                </a:solidFill>
                <a:latin typeface="+mj-ea"/>
                <a:ea typeface="+mj-ea"/>
                <a:cs typeface="MiSans Normal" panose="00000500000000000000" charset="-122"/>
              </a:rPr>
              <a:t>02</a:t>
            </a:r>
            <a:endParaRPr lang="en-US" altLang="zh-CN" sz="2400" dirty="0">
              <a:solidFill>
                <a:schemeClr val="lt1"/>
              </a:solidFill>
              <a:latin typeface="+mj-ea"/>
              <a:ea typeface="+mj-ea"/>
              <a:cs typeface="MiSans Normal" panose="00000500000000000000" charset="-122"/>
            </a:endParaRPr>
          </a:p>
        </p:txBody>
      </p:sp>
      <p:sp>
        <p:nvSpPr>
          <p:cNvPr id="14" name="标题"/>
          <p:cNvSpPr txBox="1"/>
          <p:nvPr>
            <p:custDataLst>
              <p:tags r:id="rId7"/>
            </p:custDataLst>
          </p:nvPr>
        </p:nvSpPr>
        <p:spPr>
          <a:xfrm>
            <a:off x="5392420" y="2082165"/>
            <a:ext cx="3803650" cy="738505"/>
          </a:xfrm>
          <a:prstGeom prst="rect">
            <a:avLst/>
          </a:prstGeom>
          <a:noFill/>
        </p:spPr>
        <p:txBody>
          <a:bodyPr wrap="square" lIns="91440" tIns="0" rIns="91440" bIns="0" rtlCol="0" anchor="ctr" anchorCtr="0">
            <a:normAutofit/>
          </a:bodyPr>
          <a:lstStyle/>
          <a:p>
            <a:pPr lvl="0" algn="l">
              <a:buClrTx/>
              <a:buSzTx/>
              <a:buFontTx/>
            </a:pPr>
            <a:r>
              <a:rPr lang="zh-CN" altLang="en-US" sz="2400" spc="200">
                <a:solidFill>
                  <a:schemeClr val="tx1">
                    <a:lumMod val="85000"/>
                    <a:lumOff val="15000"/>
                  </a:schemeClr>
                </a:solidFill>
                <a:uFillTx/>
                <a:latin typeface="+mj-ea"/>
                <a:ea typeface="+mj-ea"/>
                <a:cs typeface="MiSans Normal" panose="00000500000000000000" charset="-122"/>
                <a:sym typeface="+mn-ea"/>
              </a:rPr>
              <a:t>行业应用深度渗透</a:t>
            </a:r>
            <a:endParaRPr lang="zh-CN" altLang="en-US" sz="2400" spc="200">
              <a:solidFill>
                <a:schemeClr val="tx1">
                  <a:lumMod val="85000"/>
                  <a:lumOff val="15000"/>
                </a:schemeClr>
              </a:solidFill>
              <a:uFillTx/>
              <a:latin typeface="+mj-ea"/>
              <a:ea typeface="+mj-ea"/>
              <a:cs typeface="MiSans Normal" panose="00000500000000000000" charset="-122"/>
              <a:sym typeface="+mn-ea"/>
            </a:endParaRPr>
          </a:p>
        </p:txBody>
      </p:sp>
      <p:sp>
        <p:nvSpPr>
          <p:cNvPr id="10" name="圆角矩形 9"/>
          <p:cNvSpPr/>
          <p:nvPr>
            <p:custDataLst>
              <p:tags r:id="rId8"/>
            </p:custDataLst>
          </p:nvPr>
        </p:nvSpPr>
        <p:spPr>
          <a:xfrm>
            <a:off x="4404995" y="3226435"/>
            <a:ext cx="4888230" cy="737235"/>
          </a:xfrm>
          <a:prstGeom prst="roundRect">
            <a:avLst>
              <a:gd name="adj" fmla="val 50000"/>
            </a:avLst>
          </a:prstGeom>
          <a:solidFill>
            <a:schemeClr val="bg2"/>
          </a:solidFill>
          <a:ln>
            <a:noFill/>
          </a:ln>
          <a:effectLst>
            <a:outerShdw blurRad="254000" dist="38100" dir="2700000" algn="tl" rotWithShape="0">
              <a:schemeClr val="bg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normAutofit/>
          </a:bodyPr>
          <a:lstStyle/>
          <a:p>
            <a:pPr algn="ctr"/>
            <a:endParaRPr lang="zh-CN" altLang="en-US">
              <a:cs typeface="MiSans Normal" panose="00000500000000000000" charset="-122"/>
            </a:endParaRPr>
          </a:p>
        </p:txBody>
      </p:sp>
      <p:sp>
        <p:nvSpPr>
          <p:cNvPr id="11" name="序号"/>
          <p:cNvSpPr txBox="1"/>
          <p:nvPr>
            <p:custDataLst>
              <p:tags r:id="rId9"/>
            </p:custDataLst>
          </p:nvPr>
        </p:nvSpPr>
        <p:spPr>
          <a:xfrm>
            <a:off x="4404995" y="3230245"/>
            <a:ext cx="732155" cy="734060"/>
          </a:xfrm>
          <a:prstGeom prst="ellipse">
            <a:avLst/>
          </a:prstGeom>
          <a:solidFill>
            <a:schemeClr val="accent1"/>
          </a:solidFill>
        </p:spPr>
        <p:txBody>
          <a:bodyPr wrap="none" lIns="0" tIns="0" rIns="0" bIns="0" rtlCol="0" anchor="ctr" anchorCtr="0">
            <a:normAutofit/>
          </a:bodyPr>
          <a:lstStyle/>
          <a:p>
            <a:pPr algn="ctr"/>
            <a:r>
              <a:rPr lang="en-US" altLang="zh-CN" sz="2400">
                <a:solidFill>
                  <a:schemeClr val="lt1"/>
                </a:solidFill>
                <a:latin typeface="+mj-ea"/>
                <a:ea typeface="+mj-ea"/>
                <a:cs typeface="MiSans Normal" panose="00000500000000000000" charset="-122"/>
              </a:rPr>
              <a:t>03</a:t>
            </a:r>
            <a:endParaRPr lang="en-US" altLang="zh-CN" sz="2400">
              <a:solidFill>
                <a:schemeClr val="lt1"/>
              </a:solidFill>
              <a:latin typeface="+mj-ea"/>
              <a:ea typeface="+mj-ea"/>
              <a:cs typeface="MiSans Normal" panose="00000500000000000000" charset="-122"/>
            </a:endParaRPr>
          </a:p>
        </p:txBody>
      </p:sp>
      <p:sp>
        <p:nvSpPr>
          <p:cNvPr id="12" name="标题"/>
          <p:cNvSpPr txBox="1"/>
          <p:nvPr>
            <p:custDataLst>
              <p:tags r:id="rId10"/>
            </p:custDataLst>
          </p:nvPr>
        </p:nvSpPr>
        <p:spPr>
          <a:xfrm>
            <a:off x="5392420" y="3234055"/>
            <a:ext cx="3803650" cy="732790"/>
          </a:xfrm>
          <a:prstGeom prst="rect">
            <a:avLst/>
          </a:prstGeom>
          <a:noFill/>
        </p:spPr>
        <p:txBody>
          <a:bodyPr wrap="square" lIns="91440" tIns="0" rIns="91440" bIns="0" rtlCol="0" anchor="ctr" anchorCtr="0">
            <a:normAutofit/>
          </a:bodyPr>
          <a:lstStyle/>
          <a:p>
            <a:pPr lvl="0" algn="l">
              <a:buClrTx/>
              <a:buSzTx/>
              <a:buFontTx/>
            </a:pPr>
            <a:r>
              <a:rPr lang="zh-CN" altLang="en-US" sz="2400" spc="200">
                <a:solidFill>
                  <a:schemeClr val="tx1">
                    <a:lumMod val="85000"/>
                    <a:lumOff val="15000"/>
                  </a:schemeClr>
                </a:solidFill>
                <a:uFillTx/>
                <a:latin typeface="+mj-ea"/>
                <a:ea typeface="+mj-ea"/>
                <a:cs typeface="MiSans Normal" panose="00000500000000000000" charset="-122"/>
                <a:sym typeface="+mn-ea"/>
              </a:rPr>
              <a:t>产业生态重构路径</a:t>
            </a:r>
            <a:endParaRPr lang="zh-CN" altLang="en-US" sz="2400" spc="200">
              <a:solidFill>
                <a:schemeClr val="tx1">
                  <a:lumMod val="85000"/>
                  <a:lumOff val="15000"/>
                </a:schemeClr>
              </a:solidFill>
              <a:uFillTx/>
              <a:latin typeface="+mj-ea"/>
              <a:ea typeface="+mj-ea"/>
              <a:cs typeface="MiSans Normal" panose="00000500000000000000" charset="-122"/>
              <a:sym typeface="+mn-ea"/>
            </a:endParaRPr>
          </a:p>
        </p:txBody>
      </p:sp>
      <p:sp>
        <p:nvSpPr>
          <p:cNvPr id="17" name="圆角矩形 16"/>
          <p:cNvSpPr/>
          <p:nvPr>
            <p:custDataLst>
              <p:tags r:id="rId11"/>
            </p:custDataLst>
          </p:nvPr>
        </p:nvSpPr>
        <p:spPr>
          <a:xfrm>
            <a:off x="4404995" y="4373245"/>
            <a:ext cx="4888230" cy="737870"/>
          </a:xfrm>
          <a:prstGeom prst="roundRect">
            <a:avLst>
              <a:gd name="adj" fmla="val 50000"/>
            </a:avLst>
          </a:prstGeom>
          <a:solidFill>
            <a:schemeClr val="bg2"/>
          </a:solidFill>
          <a:ln>
            <a:noFill/>
          </a:ln>
          <a:effectLst>
            <a:outerShdw blurRad="254000" dist="38100" dir="2700000" algn="tl" rotWithShape="0">
              <a:schemeClr val="bg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normAutofit/>
          </a:bodyPr>
          <a:lstStyle/>
          <a:p>
            <a:pPr algn="ctr"/>
            <a:endParaRPr lang="zh-CN" altLang="en-US">
              <a:cs typeface="MiSans Normal" panose="00000500000000000000" charset="-122"/>
            </a:endParaRPr>
          </a:p>
        </p:txBody>
      </p:sp>
      <p:sp>
        <p:nvSpPr>
          <p:cNvPr id="18" name="序号"/>
          <p:cNvSpPr txBox="1"/>
          <p:nvPr>
            <p:custDataLst>
              <p:tags r:id="rId12"/>
            </p:custDataLst>
          </p:nvPr>
        </p:nvSpPr>
        <p:spPr>
          <a:xfrm>
            <a:off x="4404995" y="4377055"/>
            <a:ext cx="732155" cy="734060"/>
          </a:xfrm>
          <a:prstGeom prst="ellipse">
            <a:avLst/>
          </a:prstGeom>
          <a:solidFill>
            <a:schemeClr val="accent2"/>
          </a:solidFill>
        </p:spPr>
        <p:txBody>
          <a:bodyPr wrap="none" lIns="0" tIns="0" rIns="0" bIns="0" rtlCol="0" anchor="ctr" anchorCtr="0">
            <a:normAutofit/>
          </a:bodyPr>
          <a:lstStyle/>
          <a:p>
            <a:pPr algn="ctr"/>
            <a:r>
              <a:rPr lang="en-US" altLang="zh-CN" sz="2400">
                <a:solidFill>
                  <a:schemeClr val="lt1"/>
                </a:solidFill>
                <a:latin typeface="+mj-ea"/>
                <a:ea typeface="+mj-ea"/>
                <a:cs typeface="MiSans Normal" panose="00000500000000000000" charset="-122"/>
              </a:rPr>
              <a:t>04</a:t>
            </a:r>
            <a:endParaRPr lang="en-US" altLang="zh-CN" sz="2400">
              <a:solidFill>
                <a:schemeClr val="lt1"/>
              </a:solidFill>
              <a:latin typeface="+mj-ea"/>
              <a:ea typeface="+mj-ea"/>
              <a:cs typeface="MiSans Normal" panose="00000500000000000000" charset="-122"/>
            </a:endParaRPr>
          </a:p>
        </p:txBody>
      </p:sp>
      <p:sp>
        <p:nvSpPr>
          <p:cNvPr id="19" name="标题"/>
          <p:cNvSpPr txBox="1"/>
          <p:nvPr>
            <p:custDataLst>
              <p:tags r:id="rId13"/>
            </p:custDataLst>
          </p:nvPr>
        </p:nvSpPr>
        <p:spPr>
          <a:xfrm>
            <a:off x="5392420" y="4368800"/>
            <a:ext cx="3803650" cy="738505"/>
          </a:xfrm>
          <a:prstGeom prst="rect">
            <a:avLst/>
          </a:prstGeom>
          <a:noFill/>
        </p:spPr>
        <p:txBody>
          <a:bodyPr wrap="square" lIns="91440" tIns="0" rIns="91440" bIns="0" rtlCol="0" anchor="ctr" anchorCtr="0">
            <a:normAutofit/>
          </a:bodyPr>
          <a:lstStyle/>
          <a:p>
            <a:pPr lvl="0" algn="l">
              <a:buClrTx/>
              <a:buSzTx/>
              <a:buFontTx/>
            </a:pPr>
            <a:r>
              <a:rPr lang="zh-CN" altLang="en-US" sz="2400" spc="200">
                <a:solidFill>
                  <a:schemeClr val="tx1">
                    <a:lumMod val="85000"/>
                    <a:lumOff val="15000"/>
                  </a:schemeClr>
                </a:solidFill>
                <a:uFillTx/>
                <a:latin typeface="+mj-ea"/>
                <a:ea typeface="+mj-ea"/>
                <a:cs typeface="MiSans Normal" panose="00000500000000000000" charset="-122"/>
                <a:sym typeface="+mn-ea"/>
              </a:rPr>
              <a:t>国际竞争格局演变</a:t>
            </a:r>
            <a:endParaRPr lang="zh-CN" altLang="en-US" sz="2400" spc="200">
              <a:solidFill>
                <a:schemeClr val="tx1">
                  <a:lumMod val="85000"/>
                  <a:lumOff val="15000"/>
                </a:schemeClr>
              </a:solidFill>
              <a:uFillTx/>
              <a:latin typeface="+mj-ea"/>
              <a:ea typeface="+mj-ea"/>
              <a:cs typeface="MiSans Normal" panose="00000500000000000000" charset="-122"/>
              <a:sym typeface="+mn-ea"/>
            </a:endParaRPr>
          </a:p>
        </p:txBody>
      </p:sp>
      <p:sp>
        <p:nvSpPr>
          <p:cNvPr id="21" name="圆角矩形 20"/>
          <p:cNvSpPr/>
          <p:nvPr>
            <p:custDataLst>
              <p:tags r:id="rId14"/>
            </p:custDataLst>
          </p:nvPr>
        </p:nvSpPr>
        <p:spPr>
          <a:xfrm>
            <a:off x="4404995" y="5513070"/>
            <a:ext cx="4888230" cy="737870"/>
          </a:xfrm>
          <a:prstGeom prst="roundRect">
            <a:avLst>
              <a:gd name="adj" fmla="val 50000"/>
            </a:avLst>
          </a:prstGeom>
          <a:solidFill>
            <a:schemeClr val="bg2"/>
          </a:solidFill>
          <a:ln>
            <a:noFill/>
          </a:ln>
          <a:effectLst>
            <a:outerShdw blurRad="254000" dist="38100" dir="2700000" algn="tl" rotWithShape="0">
              <a:schemeClr val="bg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normAutofit/>
          </a:bodyPr>
          <a:lstStyle/>
          <a:p>
            <a:pPr algn="ctr"/>
            <a:endParaRPr lang="zh-CN" altLang="en-US">
              <a:cs typeface="MiSans Normal" panose="00000500000000000000" charset="-122"/>
            </a:endParaRPr>
          </a:p>
        </p:txBody>
      </p:sp>
      <p:sp>
        <p:nvSpPr>
          <p:cNvPr id="22" name="序号"/>
          <p:cNvSpPr txBox="1"/>
          <p:nvPr>
            <p:custDataLst>
              <p:tags r:id="rId15"/>
            </p:custDataLst>
          </p:nvPr>
        </p:nvSpPr>
        <p:spPr>
          <a:xfrm>
            <a:off x="4404995" y="5516880"/>
            <a:ext cx="732155" cy="734060"/>
          </a:xfrm>
          <a:prstGeom prst="ellipse">
            <a:avLst/>
          </a:prstGeom>
          <a:solidFill>
            <a:schemeClr val="accent1"/>
          </a:solidFill>
        </p:spPr>
        <p:txBody>
          <a:bodyPr wrap="none" lIns="0" tIns="0" rIns="0" bIns="0" rtlCol="0" anchor="ctr" anchorCtr="0">
            <a:normAutofit/>
          </a:bodyPr>
          <a:lstStyle/>
          <a:p>
            <a:pPr algn="ctr"/>
            <a:r>
              <a:rPr lang="en-US" altLang="zh-CN" sz="2400">
                <a:solidFill>
                  <a:schemeClr val="lt1"/>
                </a:solidFill>
                <a:latin typeface="+mj-ea"/>
                <a:ea typeface="+mj-ea"/>
                <a:cs typeface="MiSans Normal" panose="00000500000000000000" charset="-122"/>
              </a:rPr>
              <a:t>05</a:t>
            </a:r>
            <a:endParaRPr lang="en-US" altLang="zh-CN" sz="2400">
              <a:solidFill>
                <a:schemeClr val="lt1"/>
              </a:solidFill>
              <a:latin typeface="+mj-ea"/>
              <a:ea typeface="+mj-ea"/>
              <a:cs typeface="MiSans Normal" panose="00000500000000000000" charset="-122"/>
            </a:endParaRPr>
          </a:p>
        </p:txBody>
      </p:sp>
      <p:sp>
        <p:nvSpPr>
          <p:cNvPr id="23" name="标题"/>
          <p:cNvSpPr txBox="1"/>
          <p:nvPr>
            <p:custDataLst>
              <p:tags r:id="rId16"/>
            </p:custDataLst>
          </p:nvPr>
        </p:nvSpPr>
        <p:spPr>
          <a:xfrm>
            <a:off x="5392420" y="5516880"/>
            <a:ext cx="3803650" cy="735965"/>
          </a:xfrm>
          <a:prstGeom prst="rect">
            <a:avLst/>
          </a:prstGeom>
          <a:noFill/>
        </p:spPr>
        <p:txBody>
          <a:bodyPr wrap="square" lIns="91440" tIns="0" rIns="91440" bIns="0" rtlCol="0" anchor="ctr" anchorCtr="0">
            <a:normAutofit/>
          </a:bodyPr>
          <a:lstStyle/>
          <a:p>
            <a:pPr lvl="0" algn="l">
              <a:buClrTx/>
              <a:buSzTx/>
              <a:buFontTx/>
            </a:pPr>
            <a:r>
              <a:rPr lang="zh-CN" altLang="en-US" sz="2400" spc="200">
                <a:solidFill>
                  <a:schemeClr val="tx1">
                    <a:lumMod val="85000"/>
                    <a:lumOff val="15000"/>
                  </a:schemeClr>
                </a:solidFill>
                <a:uFillTx/>
                <a:latin typeface="+mj-ea"/>
                <a:ea typeface="+mj-ea"/>
                <a:cs typeface="MiSans Normal" panose="00000500000000000000" charset="-122"/>
                <a:sym typeface="+mn-ea"/>
              </a:rPr>
              <a:t>未来挑战与战略机遇</a:t>
            </a:r>
            <a:endParaRPr lang="zh-CN" altLang="en-US" sz="2400" spc="200">
              <a:solidFill>
                <a:schemeClr val="tx1">
                  <a:lumMod val="85000"/>
                  <a:lumOff val="15000"/>
                </a:schemeClr>
              </a:solidFill>
              <a:uFillTx/>
              <a:latin typeface="+mj-ea"/>
              <a:ea typeface="+mj-ea"/>
              <a:cs typeface="MiSans Normal" panose="00000500000000000000" charset="-122"/>
              <a:sym typeface="+mn-ea"/>
            </a:endParaRPr>
          </a:p>
        </p:txBody>
      </p:sp>
    </p:spTree>
    <p:custDataLst>
      <p:tags r:id="rId17"/>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idx="2"/>
            <p:custDataLst>
              <p:tags r:id="rId1"/>
            </p:custDataLst>
          </p:nvPr>
        </p:nvSpPr>
        <p:spPr>
          <a:xfrm>
            <a:off x="1828800" y="3004185"/>
            <a:ext cx="2649220" cy="1208405"/>
          </a:xfrm>
        </p:spPr>
        <p:txBody>
          <a:bodyPr/>
          <a:lstStyle/>
          <a:p>
            <a:r>
              <a:rPr lang="zh-CN" altLang="en-US" dirty="0"/>
              <a:t>01</a:t>
            </a:r>
            <a:endParaRPr lang="zh-CN" altLang="en-US" dirty="0"/>
          </a:p>
        </p:txBody>
      </p:sp>
      <p:sp>
        <p:nvSpPr>
          <p:cNvPr id="8" name="标题 7"/>
          <p:cNvSpPr>
            <a:spLocks noGrp="1"/>
          </p:cNvSpPr>
          <p:nvPr>
            <p:ph type="title" idx="1"/>
            <p:custDataLst>
              <p:tags r:id="rId2"/>
            </p:custDataLst>
          </p:nvPr>
        </p:nvSpPr>
        <p:spPr>
          <a:xfrm>
            <a:off x="6732905" y="2092325"/>
            <a:ext cx="5005070" cy="1684020"/>
          </a:xfrm>
        </p:spPr>
        <p:txBody>
          <a:bodyPr/>
          <a:lstStyle/>
          <a:p>
            <a:r>
              <a:rPr lang="zh-CN" altLang="en-US" dirty="0"/>
              <a:t>技术突破与范式创新</a:t>
            </a:r>
            <a:endParaRPr lang="zh-CN" altLang="en-US" dirty="0"/>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片 34" descr="/data/temp/79b01ff7-0a34-11f0-ad10-c2c7432041d5.jpg79b01ff7-0a34-11f0-ad10-c2c7432041d5"/>
          <p:cNvPicPr>
            <a:picLocks noChangeAspect="1"/>
          </p:cNvPicPr>
          <p:nvPr>
            <p:custDataLst>
              <p:tags r:id="rId1"/>
            </p:custDataLst>
          </p:nvPr>
        </p:nvPicPr>
        <p:blipFill>
          <a:blip r:embed="rId2"/>
          <a:srcRect t="7624" b="797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 name="矩形: 单圆角 1"/>
          <p:cNvSpPr/>
          <p:nvPr>
            <p:custDataLst>
              <p:tags r:id="rId3"/>
            </p:custDataLst>
          </p:nvPr>
        </p:nvSpPr>
        <p:spPr>
          <a:xfrm flipH="1">
            <a:off x="696913" y="3074459"/>
            <a:ext cx="11495087" cy="3793066"/>
          </a:xfrm>
          <a:prstGeom prst="round1Rect">
            <a:avLst>
              <a:gd name="adj" fmla="val 18129"/>
            </a:avLst>
          </a:prstGeom>
          <a:solidFill>
            <a:schemeClr val="bg2">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7" name="标题 16"/>
          <p:cNvSpPr>
            <a:spLocks noGrp="1"/>
          </p:cNvSpPr>
          <p:nvPr>
            <p:ph type="title"/>
            <p:custDataLst>
              <p:tags r:id="rId4"/>
            </p:custDataLst>
          </p:nvPr>
        </p:nvSpPr>
        <p:spPr>
          <a:xfrm>
            <a:off x="1209040" y="3648710"/>
            <a:ext cx="10625455" cy="720090"/>
          </a:xfrm>
        </p:spPr>
        <p:txBody>
          <a:bodyPr/>
          <a:lstStyle/>
          <a:p>
            <a:r>
              <a:rPr lang="zh-CN" altLang="en-US" sz="4000"/>
              <a:t>低成本高性能的颠覆性突破</a:t>
            </a:r>
            <a:endParaRPr lang="zh-CN" altLang="en-US" sz="4000"/>
          </a:p>
        </p:txBody>
      </p:sp>
      <p:sp>
        <p:nvSpPr>
          <p:cNvPr id="5" name="矩形 4"/>
          <p:cNvSpPr/>
          <p:nvPr>
            <p:custDataLst>
              <p:tags r:id="rId5"/>
            </p:custDataLst>
          </p:nvPr>
        </p:nvSpPr>
        <p:spPr>
          <a:xfrm>
            <a:off x="7000458" y="4763631"/>
            <a:ext cx="36992" cy="1222667"/>
          </a:xfrm>
          <a:prstGeom prst="rect">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p:custDataLst>
              <p:tags r:id="rId6"/>
            </p:custDataLst>
          </p:nvPr>
        </p:nvSpPr>
        <p:spPr>
          <a:xfrm>
            <a:off x="1210310" y="4763631"/>
            <a:ext cx="36992" cy="1222667"/>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矩形 6"/>
          <p:cNvSpPr/>
          <p:nvPr>
            <p:custDataLst>
              <p:tags r:id="rId7"/>
            </p:custDataLst>
          </p:nvPr>
        </p:nvSpPr>
        <p:spPr>
          <a:xfrm>
            <a:off x="1612025" y="5154962"/>
            <a:ext cx="4429199" cy="831602"/>
          </a:xfrm>
          <a:prstGeom prst="rect">
            <a:avLst/>
          </a:prstGeom>
          <a:noFill/>
        </p:spPr>
        <p:txBody>
          <a:bodyPr wrap="square" lIns="0" tIns="0" rIns="0" bIns="0" rtlCol="0" anchor="t" anchorCtr="0">
            <a:noAutofit/>
          </a:bodyPr>
          <a:p>
            <a:pPr>
              <a:lnSpc>
                <a:spcPct val="140000"/>
              </a:lnSpc>
              <a:spcBef>
                <a:spcPct val="0"/>
              </a:spcBef>
              <a:spcAft>
                <a:spcPct val="0"/>
              </a:spcAft>
            </a:pPr>
            <a:r>
              <a:rPr lang="zh-CN" altLang="en-US" sz="1200" dirty="0">
                <a:ln>
                  <a:noFill/>
                  <a:prstDash val="sysDot"/>
                </a:ln>
                <a:solidFill>
                  <a:schemeClr val="tx1">
                    <a:lumMod val="85000"/>
                    <a:lumOff val="15000"/>
                  </a:schemeClr>
                </a:solidFill>
                <a:latin typeface="+mn-ea"/>
                <a:cs typeface="+mn-ea"/>
              </a:rPr>
              <a:t>DeepSeek通过算法优化实现训练成本降低80%。其使用数据蒸馏技术，得到更为精炼、有用的数据，极大提升了训练效率，减少了不必要的资源消耗。</a:t>
            </a:r>
            <a:endParaRPr lang="zh-CN" altLang="en-US" sz="1200" dirty="0">
              <a:ln>
                <a:noFill/>
                <a:prstDash val="sysDot"/>
              </a:ln>
              <a:solidFill>
                <a:schemeClr val="tx1">
                  <a:lumMod val="85000"/>
                  <a:lumOff val="15000"/>
                </a:schemeClr>
              </a:solidFill>
              <a:latin typeface="+mn-ea"/>
              <a:cs typeface="+mn-ea"/>
            </a:endParaRPr>
          </a:p>
        </p:txBody>
      </p:sp>
      <p:sp>
        <p:nvSpPr>
          <p:cNvPr id="8" name="矩形 7"/>
          <p:cNvSpPr/>
          <p:nvPr>
            <p:custDataLst>
              <p:tags r:id="rId8"/>
            </p:custDataLst>
          </p:nvPr>
        </p:nvSpPr>
        <p:spPr>
          <a:xfrm>
            <a:off x="2063062" y="4762982"/>
            <a:ext cx="3977721" cy="338765"/>
          </a:xfrm>
          <a:prstGeom prst="rect">
            <a:avLst/>
          </a:prstGeom>
          <a:noFill/>
        </p:spPr>
        <p:txBody>
          <a:bodyPr wrap="square" lIns="0" tIns="0" rIns="0" bIns="0" rtlCol="0" anchor="b">
            <a:noAutofit/>
          </a:bodyPr>
          <a:p>
            <a:pPr>
              <a:spcBef>
                <a:spcPct val="0"/>
              </a:spcBef>
              <a:spcAft>
                <a:spcPct val="0"/>
              </a:spcAft>
            </a:pPr>
            <a:r>
              <a:rPr lang="zh-CN" altLang="en-US" sz="1600" b="1" dirty="0">
                <a:solidFill>
                  <a:schemeClr val="accent1"/>
                </a:solidFill>
                <a:latin typeface="+mn-ea"/>
                <a:cs typeface="+mn-ea"/>
              </a:rPr>
              <a:t>算法优化降低训练成本</a:t>
            </a:r>
            <a:endParaRPr lang="zh-CN" altLang="en-US" sz="1600" b="1" dirty="0">
              <a:solidFill>
                <a:schemeClr val="accent1"/>
              </a:solidFill>
              <a:latin typeface="+mn-ea"/>
              <a:cs typeface="+mn-ea"/>
            </a:endParaRPr>
          </a:p>
        </p:txBody>
      </p:sp>
      <p:sp>
        <p:nvSpPr>
          <p:cNvPr id="10" name="矩形 9"/>
          <p:cNvSpPr/>
          <p:nvPr>
            <p:custDataLst>
              <p:tags r:id="rId9"/>
            </p:custDataLst>
          </p:nvPr>
        </p:nvSpPr>
        <p:spPr>
          <a:xfrm>
            <a:off x="1612674" y="4762982"/>
            <a:ext cx="450887" cy="338765"/>
          </a:xfrm>
          <a:prstGeom prst="rect">
            <a:avLst/>
          </a:prstGeom>
          <a:noFill/>
        </p:spPr>
        <p:txBody>
          <a:bodyPr wrap="none" lIns="0" tIns="0" rIns="0" bIns="0" rtlCol="0" anchor="b">
            <a:normAutofit/>
          </a:bodyPr>
          <a:p>
            <a:pPr>
              <a:spcBef>
                <a:spcPct val="0"/>
              </a:spcBef>
              <a:spcAft>
                <a:spcPct val="0"/>
              </a:spcAft>
            </a:pPr>
            <a:r>
              <a:rPr lang="en-US" altLang="zh-CN" sz="1600" b="1">
                <a:solidFill>
                  <a:schemeClr val="accent1"/>
                </a:solidFill>
                <a:latin typeface="+mn-ea"/>
                <a:cs typeface="+mn-ea"/>
              </a:rPr>
              <a:t>01、</a:t>
            </a:r>
            <a:endParaRPr lang="en-US" altLang="zh-CN" sz="1600" b="1">
              <a:solidFill>
                <a:schemeClr val="accent1"/>
              </a:solidFill>
              <a:latin typeface="+mn-ea"/>
              <a:cs typeface="+mn-ea"/>
            </a:endParaRPr>
          </a:p>
        </p:txBody>
      </p:sp>
      <p:sp>
        <p:nvSpPr>
          <p:cNvPr id="9" name="矩形 8"/>
          <p:cNvSpPr/>
          <p:nvPr>
            <p:custDataLst>
              <p:tags r:id="rId10"/>
            </p:custDataLst>
          </p:nvPr>
        </p:nvSpPr>
        <p:spPr>
          <a:xfrm>
            <a:off x="7408014" y="5155611"/>
            <a:ext cx="4429249" cy="831336"/>
          </a:xfrm>
          <a:prstGeom prst="rect">
            <a:avLst/>
          </a:prstGeom>
          <a:noFill/>
        </p:spPr>
        <p:txBody>
          <a:bodyPr wrap="square" lIns="0" tIns="0" rIns="0" bIns="0" rtlCol="0" anchor="t" anchorCtr="0">
            <a:noAutofit/>
          </a:bodyPr>
          <a:p>
            <a:pPr>
              <a:lnSpc>
                <a:spcPct val="140000"/>
              </a:lnSpc>
              <a:spcBef>
                <a:spcPct val="0"/>
              </a:spcBef>
              <a:spcAft>
                <a:spcPct val="0"/>
              </a:spcAft>
            </a:pPr>
            <a:r>
              <a:rPr lang="zh-CN" altLang="en-US" sz="1200" dirty="0">
                <a:ln>
                  <a:noFill/>
                  <a:prstDash val="sysDot"/>
                </a:ln>
                <a:solidFill>
                  <a:schemeClr val="tx1">
                    <a:lumMod val="85000"/>
                    <a:lumOff val="15000"/>
                  </a:schemeClr>
                </a:solidFill>
                <a:latin typeface="+mn-ea"/>
                <a:cs typeface="+mn-ea"/>
              </a:rPr>
              <a:t>与国际主流模型相比，DeepSeek在算力消耗上具有显著优势。在达到相近性能的情况下，DeepSeek的算力消耗远低于其他模型，展现出其低成本高性能的特点。</a:t>
            </a:r>
            <a:endParaRPr lang="zh-CN" altLang="en-US" sz="1200" dirty="0">
              <a:ln>
                <a:noFill/>
                <a:prstDash val="sysDot"/>
              </a:ln>
              <a:solidFill>
                <a:schemeClr val="tx1">
                  <a:lumMod val="85000"/>
                  <a:lumOff val="15000"/>
                </a:schemeClr>
              </a:solidFill>
              <a:latin typeface="+mn-ea"/>
              <a:cs typeface="+mn-ea"/>
            </a:endParaRPr>
          </a:p>
        </p:txBody>
      </p:sp>
      <p:sp>
        <p:nvSpPr>
          <p:cNvPr id="18" name="矩形 17"/>
          <p:cNvSpPr/>
          <p:nvPr>
            <p:custDataLst>
              <p:tags r:id="rId11"/>
            </p:custDataLst>
          </p:nvPr>
        </p:nvSpPr>
        <p:spPr>
          <a:xfrm>
            <a:off x="7863594" y="4763631"/>
            <a:ext cx="3973020" cy="338765"/>
          </a:xfrm>
          <a:prstGeom prst="rect">
            <a:avLst/>
          </a:prstGeom>
          <a:noFill/>
        </p:spPr>
        <p:txBody>
          <a:bodyPr wrap="square" lIns="0" tIns="0" rIns="0" bIns="0" rtlCol="0" anchor="b">
            <a:noAutofit/>
          </a:bodyPr>
          <a:p>
            <a:pPr>
              <a:spcBef>
                <a:spcPct val="0"/>
              </a:spcBef>
              <a:spcAft>
                <a:spcPct val="0"/>
              </a:spcAft>
            </a:pPr>
            <a:r>
              <a:rPr lang="zh-CN" altLang="en-US" sz="1600" b="1">
                <a:solidFill>
                  <a:schemeClr val="accent2"/>
                </a:solidFill>
                <a:latin typeface="+mn-ea"/>
                <a:cs typeface="+mn-ea"/>
              </a:rPr>
              <a:t>对比国际主流模型算力消耗</a:t>
            </a:r>
            <a:endParaRPr lang="zh-CN" altLang="en-US" sz="1600" b="1">
              <a:solidFill>
                <a:schemeClr val="accent2"/>
              </a:solidFill>
              <a:latin typeface="+mn-ea"/>
              <a:cs typeface="+mn-ea"/>
            </a:endParaRPr>
          </a:p>
        </p:txBody>
      </p:sp>
      <p:sp>
        <p:nvSpPr>
          <p:cNvPr id="19" name="矩形 18"/>
          <p:cNvSpPr/>
          <p:nvPr>
            <p:custDataLst>
              <p:tags r:id="rId12"/>
            </p:custDataLst>
          </p:nvPr>
        </p:nvSpPr>
        <p:spPr>
          <a:xfrm>
            <a:off x="7408014" y="4763631"/>
            <a:ext cx="455580" cy="338765"/>
          </a:xfrm>
          <a:prstGeom prst="rect">
            <a:avLst/>
          </a:prstGeom>
          <a:noFill/>
        </p:spPr>
        <p:txBody>
          <a:bodyPr wrap="none" lIns="0" tIns="0" rIns="0" bIns="0" rtlCol="0" anchor="b">
            <a:normAutofit/>
          </a:bodyPr>
          <a:p>
            <a:pPr>
              <a:spcBef>
                <a:spcPct val="0"/>
              </a:spcBef>
              <a:spcAft>
                <a:spcPct val="0"/>
              </a:spcAft>
            </a:pPr>
            <a:r>
              <a:rPr lang="en-US" altLang="zh-CN" sz="1600" b="1">
                <a:solidFill>
                  <a:schemeClr val="accent2"/>
                </a:solidFill>
                <a:latin typeface="+mn-ea"/>
                <a:cs typeface="+mn-ea"/>
              </a:rPr>
              <a:t>02、</a:t>
            </a:r>
            <a:endParaRPr lang="en-US" altLang="zh-CN" sz="1600" b="1">
              <a:solidFill>
                <a:schemeClr val="accent2"/>
              </a:solidFill>
              <a:latin typeface="+mn-ea"/>
              <a:cs typeface="+mn-ea"/>
            </a:endParaRPr>
          </a:p>
        </p:txBody>
      </p:sp>
    </p:spTree>
    <p:custDataLst>
      <p:tags r:id="rId1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开源模式重构产业生态</a:t>
            </a:r>
            <a:endParaRPr lang="zh-CN" altLang="en-US"/>
          </a:p>
        </p:txBody>
      </p:sp>
      <p:pic>
        <p:nvPicPr>
          <p:cNvPr id="43" name="图片 42" descr="/data/temp/7993bb07-0a34-11f0-955c-c60006046ab6.jpg7993bb07-0a34-11f0-955c-c60006046ab6"/>
          <p:cNvPicPr>
            <a:picLocks noChangeAspect="1"/>
          </p:cNvPicPr>
          <p:nvPr>
            <p:custDataLst>
              <p:tags r:id="rId2"/>
            </p:custDataLst>
          </p:nvPr>
        </p:nvPicPr>
        <p:blipFill rotWithShape="1">
          <a:blip r:embed="rId3">
            <a:lum bright="-6000" contrast="12000"/>
          </a:blip>
          <a:srcRect l="14088" r="13735"/>
          <a:stretch>
            <a:fillRect/>
          </a:stretch>
        </p:blipFill>
        <p:spPr>
          <a:xfrm>
            <a:off x="937022" y="1669143"/>
            <a:ext cx="3130874" cy="4337762"/>
          </a:xfrm>
          <a:prstGeom prst="round2DiagRect">
            <a:avLst>
              <a:gd name="adj1" fmla="val 27364"/>
              <a:gd name="adj2" fmla="val 0"/>
            </a:avLst>
          </a:prstGeom>
          <a:ln w="9525" cap="flat" cmpd="sng" algn="ctr">
            <a:solidFill>
              <a:schemeClr val="dk1">
                <a:lumMod val="40000"/>
                <a:lumOff val="60000"/>
                <a:alpha val="50000"/>
              </a:schemeClr>
            </a:solidFill>
            <a:prstDash val="solid"/>
            <a:round/>
            <a:headEnd type="none" w="med" len="med"/>
            <a:tailEnd type="none" w="med" len="med"/>
          </a:ln>
        </p:spPr>
      </p:pic>
      <p:sp>
        <p:nvSpPr>
          <p:cNvPr id="19" name="同侧圆角矩形 18"/>
          <p:cNvSpPr/>
          <p:nvPr>
            <p:custDataLst>
              <p:tags r:id="rId4"/>
            </p:custDataLst>
          </p:nvPr>
        </p:nvSpPr>
        <p:spPr>
          <a:xfrm>
            <a:off x="683895" y="3491669"/>
            <a:ext cx="506254" cy="2515236"/>
          </a:xfrm>
          <a:prstGeom prst="round2SameRect">
            <a:avLst>
              <a:gd name="adj1" fmla="val 50000"/>
              <a:gd name="adj2" fmla="val 0"/>
            </a:avLst>
          </a:prstGeom>
          <a:gradFill>
            <a:gsLst>
              <a:gs pos="0">
                <a:schemeClr val="accent1">
                  <a:alpha val="0"/>
                </a:schemeClr>
              </a:gs>
              <a:gs pos="100000">
                <a:schemeClr val="accent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custDataLst>
              <p:tags r:id="rId5"/>
            </p:custDataLst>
          </p:nvPr>
        </p:nvSpPr>
        <p:spPr>
          <a:xfrm>
            <a:off x="5196840" y="2125856"/>
            <a:ext cx="6197600" cy="1536564"/>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600" dirty="0">
                <a:solidFill>
                  <a:schemeClr val="tx1">
                    <a:lumMod val="85000"/>
                    <a:lumOff val="15000"/>
                  </a:schemeClr>
                </a:solidFill>
                <a:latin typeface="+mn-ea"/>
                <a:cs typeface="+mn-ea"/>
              </a:rPr>
              <a:t>DeepSeek的开源战略打破了技术壁垒，使得更多企业和开发者能够自由使用、修改和再训练其模型。这促进了技术的共享和交流，降低了人工智能技术的应用门槛。</a:t>
            </a:r>
            <a:endParaRPr lang="zh-CN" altLang="en-US" sz="1600" dirty="0">
              <a:solidFill>
                <a:schemeClr val="tx1">
                  <a:lumMod val="85000"/>
                  <a:lumOff val="15000"/>
                </a:schemeClr>
              </a:solidFill>
              <a:latin typeface="+mn-ea"/>
              <a:cs typeface="+mn-ea"/>
            </a:endParaRPr>
          </a:p>
        </p:txBody>
      </p:sp>
      <p:sp>
        <p:nvSpPr>
          <p:cNvPr id="13" name="平行四边形 12"/>
          <p:cNvSpPr/>
          <p:nvPr>
            <p:custDataLst>
              <p:tags r:id="rId6"/>
            </p:custDataLst>
          </p:nvPr>
        </p:nvSpPr>
        <p:spPr>
          <a:xfrm>
            <a:off x="4947920" y="1838836"/>
            <a:ext cx="3490561" cy="161290"/>
          </a:xfrm>
          <a:prstGeom prst="parallelogram">
            <a:avLst>
              <a:gd name="adj" fmla="val 38188"/>
            </a:avLst>
          </a:prstGeom>
          <a:gradFill>
            <a:gsLst>
              <a:gs pos="100000">
                <a:schemeClr val="accent1">
                  <a:alpha val="48000"/>
                </a:schemeClr>
              </a:gs>
              <a:gs pos="23000">
                <a:schemeClr val="accent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4" name="矩形 3"/>
          <p:cNvSpPr/>
          <p:nvPr>
            <p:custDataLst>
              <p:tags r:id="rId7"/>
            </p:custDataLst>
          </p:nvPr>
        </p:nvSpPr>
        <p:spPr>
          <a:xfrm>
            <a:off x="5196840" y="1375286"/>
            <a:ext cx="6197474" cy="625179"/>
          </a:xfrm>
          <a:prstGeom prst="rect">
            <a:avLst/>
          </a:prstGeom>
          <a:noFill/>
        </p:spPr>
        <p:txBody>
          <a:bodyPr wrap="square" lIns="0" tIns="0" rIns="0" bIns="0" rtlCol="0" anchor="b">
            <a:noAutofit/>
          </a:bodyPr>
          <a:p>
            <a:pPr>
              <a:spcBef>
                <a:spcPct val="0"/>
              </a:spcBef>
              <a:spcAft>
                <a:spcPct val="0"/>
              </a:spcAft>
            </a:pPr>
            <a:r>
              <a:rPr lang="zh-CN" altLang="en-US" sz="2400" b="1" dirty="0">
                <a:solidFill>
                  <a:schemeClr val="tx1"/>
                </a:solidFill>
                <a:latin typeface="+mn-ea"/>
                <a:cs typeface="+mn-ea"/>
              </a:rPr>
              <a:t>开源战略打破技术壁垒</a:t>
            </a:r>
            <a:endParaRPr lang="zh-CN" altLang="en-US" sz="2400" b="1" dirty="0">
              <a:solidFill>
                <a:schemeClr val="tx1"/>
              </a:solidFill>
              <a:latin typeface="+mn-ea"/>
              <a:cs typeface="+mn-ea"/>
            </a:endParaRPr>
          </a:p>
        </p:txBody>
      </p:sp>
      <p:sp>
        <p:nvSpPr>
          <p:cNvPr id="7" name="矩形 6"/>
          <p:cNvSpPr/>
          <p:nvPr>
            <p:custDataLst>
              <p:tags r:id="rId8"/>
            </p:custDataLst>
          </p:nvPr>
        </p:nvSpPr>
        <p:spPr>
          <a:xfrm>
            <a:off x="5196840" y="4482341"/>
            <a:ext cx="6197600" cy="1536564"/>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600" dirty="0">
                <a:solidFill>
                  <a:schemeClr val="tx1">
                    <a:lumMod val="85000"/>
                    <a:lumOff val="15000"/>
                  </a:schemeClr>
                </a:solidFill>
                <a:latin typeface="+mn-ea"/>
                <a:cs typeface="+mn-ea"/>
              </a:rPr>
              <a:t>目前已有超200家企业宣布接入DeepSeek，包括微软、英伟达等全球巨头。众多企业的接入形成了创新飞轮，加速了人工智能技术在各行业的应用和创新。</a:t>
            </a:r>
            <a:endParaRPr lang="zh-CN" altLang="en-US" sz="1600" dirty="0">
              <a:solidFill>
                <a:schemeClr val="tx1">
                  <a:lumMod val="85000"/>
                  <a:lumOff val="15000"/>
                </a:schemeClr>
              </a:solidFill>
              <a:latin typeface="+mn-ea"/>
              <a:cs typeface="+mn-ea"/>
            </a:endParaRPr>
          </a:p>
        </p:txBody>
      </p:sp>
      <p:sp>
        <p:nvSpPr>
          <p:cNvPr id="8" name="平行四边形 7"/>
          <p:cNvSpPr/>
          <p:nvPr>
            <p:custDataLst>
              <p:tags r:id="rId9"/>
            </p:custDataLst>
          </p:nvPr>
        </p:nvSpPr>
        <p:spPr>
          <a:xfrm>
            <a:off x="4947920" y="4195321"/>
            <a:ext cx="3490561" cy="161290"/>
          </a:xfrm>
          <a:prstGeom prst="parallelogram">
            <a:avLst>
              <a:gd name="adj" fmla="val 38188"/>
            </a:avLst>
          </a:prstGeom>
          <a:gradFill>
            <a:gsLst>
              <a:gs pos="100000">
                <a:schemeClr val="accent1">
                  <a:alpha val="48000"/>
                </a:schemeClr>
              </a:gs>
              <a:gs pos="23000">
                <a:schemeClr val="accent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9" name="矩形 8"/>
          <p:cNvSpPr/>
          <p:nvPr>
            <p:custDataLst>
              <p:tags r:id="rId10"/>
            </p:custDataLst>
          </p:nvPr>
        </p:nvSpPr>
        <p:spPr>
          <a:xfrm>
            <a:off x="5196840" y="3731136"/>
            <a:ext cx="6197474" cy="625179"/>
          </a:xfrm>
          <a:prstGeom prst="rect">
            <a:avLst/>
          </a:prstGeom>
          <a:noFill/>
        </p:spPr>
        <p:txBody>
          <a:bodyPr wrap="square" lIns="0" tIns="0" rIns="0" bIns="0" rtlCol="0" anchor="b">
            <a:noAutofit/>
          </a:bodyPr>
          <a:p>
            <a:pPr>
              <a:spcBef>
                <a:spcPct val="0"/>
              </a:spcBef>
              <a:spcAft>
                <a:spcPct val="0"/>
              </a:spcAft>
            </a:pPr>
            <a:r>
              <a:rPr lang="zh-CN" altLang="en-US" sz="2400" b="1" dirty="0">
                <a:solidFill>
                  <a:schemeClr val="tx1"/>
                </a:solidFill>
                <a:latin typeface="+mn-ea"/>
                <a:cs typeface="+mn-ea"/>
              </a:rPr>
              <a:t>推动200+企业快速接入</a:t>
            </a:r>
            <a:endParaRPr lang="zh-CN" altLang="en-US" sz="2400" b="1" dirty="0">
              <a:solidFill>
                <a:schemeClr val="tx1"/>
              </a:solidFill>
              <a:latin typeface="+mn-ea"/>
              <a:cs typeface="+mn-ea"/>
            </a:endParaRPr>
          </a:p>
        </p:txBody>
      </p:sp>
    </p:spTree>
    <p:custDataLst>
      <p:tags r:id="rId1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a:xfrm>
            <a:off x="608400" y="608400"/>
            <a:ext cx="10969200" cy="705600"/>
          </a:xfrm>
        </p:spPr>
        <p:txBody>
          <a:bodyPr/>
          <a:lstStyle/>
          <a:p>
            <a:r>
              <a:rPr lang="zh-CN" altLang="en-US">
                <a:sym typeface="+mn-ea"/>
              </a:rPr>
              <a:t>全国产化技术栈构建</a:t>
            </a:r>
            <a:endParaRPr lang="zh-CN" altLang="en-US">
              <a:sym typeface="+mn-ea"/>
            </a:endParaRPr>
          </a:p>
        </p:txBody>
      </p:sp>
      <p:sp>
        <p:nvSpPr>
          <p:cNvPr id="4" name="任意多边形 3"/>
          <p:cNvSpPr/>
          <p:nvPr>
            <p:custDataLst>
              <p:tags r:id="rId2"/>
            </p:custDataLst>
          </p:nvPr>
        </p:nvSpPr>
        <p:spPr>
          <a:xfrm>
            <a:off x="1477148" y="3694611"/>
            <a:ext cx="4614390" cy="359067"/>
          </a:xfrm>
          <a:custGeom>
            <a:avLst/>
            <a:gdLst>
              <a:gd name="connsiteX0" fmla="*/ 0 w 4602480"/>
              <a:gd name="connsiteY0" fmla="*/ 89535 h 358140"/>
              <a:gd name="connsiteX1" fmla="*/ 1882695 w 4602480"/>
              <a:gd name="connsiteY1" fmla="*/ 89535 h 358140"/>
              <a:gd name="connsiteX2" fmla="*/ 1881795 w 4602480"/>
              <a:gd name="connsiteY2" fmla="*/ 92434 h 358140"/>
              <a:gd name="connsiteX3" fmla="*/ 1873093 w 4602480"/>
              <a:gd name="connsiteY3" fmla="*/ 178753 h 358140"/>
              <a:gd name="connsiteX4" fmla="*/ 1881795 w 4602480"/>
              <a:gd name="connsiteY4" fmla="*/ 265072 h 358140"/>
              <a:gd name="connsiteX5" fmla="*/ 1882892 w 4602480"/>
              <a:gd name="connsiteY5" fmla="*/ 268605 h 358140"/>
              <a:gd name="connsiteX6" fmla="*/ 0 w 4602480"/>
              <a:gd name="connsiteY6" fmla="*/ 268605 h 358140"/>
              <a:gd name="connsiteX7" fmla="*/ 89535 w 4602480"/>
              <a:gd name="connsiteY7" fmla="*/ 179070 h 358140"/>
              <a:gd name="connsiteX8" fmla="*/ 4423410 w 4602480"/>
              <a:gd name="connsiteY8" fmla="*/ 0 h 358140"/>
              <a:gd name="connsiteX9" fmla="*/ 4602480 w 4602480"/>
              <a:gd name="connsiteY9" fmla="*/ 179070 h 358140"/>
              <a:gd name="connsiteX10" fmla="*/ 4423410 w 4602480"/>
              <a:gd name="connsiteY10" fmla="*/ 358140 h 358140"/>
              <a:gd name="connsiteX11" fmla="*/ 4423410 w 4602480"/>
              <a:gd name="connsiteY11" fmla="*/ 268605 h 358140"/>
              <a:gd name="connsiteX12" fmla="*/ 2719909 w 4602480"/>
              <a:gd name="connsiteY12" fmla="*/ 268605 h 358140"/>
              <a:gd name="connsiteX13" fmla="*/ 2721006 w 4602480"/>
              <a:gd name="connsiteY13" fmla="*/ 265072 h 358140"/>
              <a:gd name="connsiteX14" fmla="*/ 2729707 w 4602480"/>
              <a:gd name="connsiteY14" fmla="*/ 178753 h 358140"/>
              <a:gd name="connsiteX15" fmla="*/ 2721006 w 4602480"/>
              <a:gd name="connsiteY15" fmla="*/ 92434 h 358140"/>
              <a:gd name="connsiteX16" fmla="*/ 2720106 w 4602480"/>
              <a:gd name="connsiteY16" fmla="*/ 89535 h 358140"/>
              <a:gd name="connsiteX17" fmla="*/ 4423410 w 4602480"/>
              <a:gd name="connsiteY17" fmla="*/ 8953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02480" h="358140">
                <a:moveTo>
                  <a:pt x="0" y="89535"/>
                </a:moveTo>
                <a:lnTo>
                  <a:pt x="1882695" y="89535"/>
                </a:lnTo>
                <a:lnTo>
                  <a:pt x="1881795" y="92434"/>
                </a:lnTo>
                <a:cubicBezTo>
                  <a:pt x="1876089" y="120316"/>
                  <a:pt x="1873093" y="149185"/>
                  <a:pt x="1873093" y="178753"/>
                </a:cubicBezTo>
                <a:cubicBezTo>
                  <a:pt x="1873093" y="208322"/>
                  <a:pt x="1876089" y="237190"/>
                  <a:pt x="1881795" y="265072"/>
                </a:cubicBezTo>
                <a:lnTo>
                  <a:pt x="1882892" y="268605"/>
                </a:lnTo>
                <a:lnTo>
                  <a:pt x="0" y="268605"/>
                </a:lnTo>
                <a:lnTo>
                  <a:pt x="89535" y="179070"/>
                </a:lnTo>
                <a:close/>
                <a:moveTo>
                  <a:pt x="4423410" y="0"/>
                </a:moveTo>
                <a:lnTo>
                  <a:pt x="4602480" y="179070"/>
                </a:lnTo>
                <a:lnTo>
                  <a:pt x="4423410" y="358140"/>
                </a:lnTo>
                <a:lnTo>
                  <a:pt x="4423410" y="268605"/>
                </a:lnTo>
                <a:lnTo>
                  <a:pt x="2719909" y="268605"/>
                </a:lnTo>
                <a:lnTo>
                  <a:pt x="2721006" y="265072"/>
                </a:lnTo>
                <a:cubicBezTo>
                  <a:pt x="2726711" y="237190"/>
                  <a:pt x="2729707" y="208322"/>
                  <a:pt x="2729707" y="178753"/>
                </a:cubicBezTo>
                <a:cubicBezTo>
                  <a:pt x="2729707" y="149185"/>
                  <a:pt x="2726711" y="120316"/>
                  <a:pt x="2721006" y="92434"/>
                </a:cubicBezTo>
                <a:lnTo>
                  <a:pt x="2720106" y="89535"/>
                </a:lnTo>
                <a:lnTo>
                  <a:pt x="4423410" y="89535"/>
                </a:ln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5" name="任意多边形 4"/>
          <p:cNvSpPr/>
          <p:nvPr>
            <p:custDataLst>
              <p:tags r:id="rId3"/>
            </p:custDataLst>
          </p:nvPr>
        </p:nvSpPr>
        <p:spPr>
          <a:xfrm>
            <a:off x="6091539" y="3694611"/>
            <a:ext cx="4614390" cy="359067"/>
          </a:xfrm>
          <a:custGeom>
            <a:avLst/>
            <a:gdLst>
              <a:gd name="connsiteX0" fmla="*/ 0 w 4602480"/>
              <a:gd name="connsiteY0" fmla="*/ 89535 h 358140"/>
              <a:gd name="connsiteX1" fmla="*/ 1882695 w 4602480"/>
              <a:gd name="connsiteY1" fmla="*/ 89535 h 358140"/>
              <a:gd name="connsiteX2" fmla="*/ 1881795 w 4602480"/>
              <a:gd name="connsiteY2" fmla="*/ 92434 h 358140"/>
              <a:gd name="connsiteX3" fmla="*/ 1873093 w 4602480"/>
              <a:gd name="connsiteY3" fmla="*/ 178753 h 358140"/>
              <a:gd name="connsiteX4" fmla="*/ 1881795 w 4602480"/>
              <a:gd name="connsiteY4" fmla="*/ 265072 h 358140"/>
              <a:gd name="connsiteX5" fmla="*/ 1882892 w 4602480"/>
              <a:gd name="connsiteY5" fmla="*/ 268605 h 358140"/>
              <a:gd name="connsiteX6" fmla="*/ 0 w 4602480"/>
              <a:gd name="connsiteY6" fmla="*/ 268605 h 358140"/>
              <a:gd name="connsiteX7" fmla="*/ 89535 w 4602480"/>
              <a:gd name="connsiteY7" fmla="*/ 179070 h 358140"/>
              <a:gd name="connsiteX8" fmla="*/ 4423410 w 4602480"/>
              <a:gd name="connsiteY8" fmla="*/ 0 h 358140"/>
              <a:gd name="connsiteX9" fmla="*/ 4602480 w 4602480"/>
              <a:gd name="connsiteY9" fmla="*/ 179070 h 358140"/>
              <a:gd name="connsiteX10" fmla="*/ 4423410 w 4602480"/>
              <a:gd name="connsiteY10" fmla="*/ 358140 h 358140"/>
              <a:gd name="connsiteX11" fmla="*/ 4423410 w 4602480"/>
              <a:gd name="connsiteY11" fmla="*/ 268605 h 358140"/>
              <a:gd name="connsiteX12" fmla="*/ 2719909 w 4602480"/>
              <a:gd name="connsiteY12" fmla="*/ 268605 h 358140"/>
              <a:gd name="connsiteX13" fmla="*/ 2721005 w 4602480"/>
              <a:gd name="connsiteY13" fmla="*/ 265072 h 358140"/>
              <a:gd name="connsiteX14" fmla="*/ 2729707 w 4602480"/>
              <a:gd name="connsiteY14" fmla="*/ 178753 h 358140"/>
              <a:gd name="connsiteX15" fmla="*/ 2721005 w 4602480"/>
              <a:gd name="connsiteY15" fmla="*/ 92434 h 358140"/>
              <a:gd name="connsiteX16" fmla="*/ 2720105 w 4602480"/>
              <a:gd name="connsiteY16" fmla="*/ 89535 h 358140"/>
              <a:gd name="connsiteX17" fmla="*/ 4423410 w 4602480"/>
              <a:gd name="connsiteY17" fmla="*/ 8953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02480" h="358140">
                <a:moveTo>
                  <a:pt x="0" y="89535"/>
                </a:moveTo>
                <a:lnTo>
                  <a:pt x="1882695" y="89535"/>
                </a:lnTo>
                <a:lnTo>
                  <a:pt x="1881795" y="92434"/>
                </a:lnTo>
                <a:cubicBezTo>
                  <a:pt x="1876090" y="120316"/>
                  <a:pt x="1873093" y="149185"/>
                  <a:pt x="1873093" y="178753"/>
                </a:cubicBezTo>
                <a:cubicBezTo>
                  <a:pt x="1873093" y="208322"/>
                  <a:pt x="1876090" y="237190"/>
                  <a:pt x="1881795" y="265072"/>
                </a:cubicBezTo>
                <a:lnTo>
                  <a:pt x="1882892" y="268605"/>
                </a:lnTo>
                <a:lnTo>
                  <a:pt x="0" y="268605"/>
                </a:lnTo>
                <a:lnTo>
                  <a:pt x="89535" y="179070"/>
                </a:lnTo>
                <a:close/>
                <a:moveTo>
                  <a:pt x="4423410" y="0"/>
                </a:moveTo>
                <a:lnTo>
                  <a:pt x="4602480" y="179070"/>
                </a:lnTo>
                <a:lnTo>
                  <a:pt x="4423410" y="358140"/>
                </a:lnTo>
                <a:lnTo>
                  <a:pt x="4423410" y="268605"/>
                </a:lnTo>
                <a:lnTo>
                  <a:pt x="2719909" y="268605"/>
                </a:lnTo>
                <a:lnTo>
                  <a:pt x="2721005" y="265072"/>
                </a:lnTo>
                <a:cubicBezTo>
                  <a:pt x="2726711" y="237190"/>
                  <a:pt x="2729707" y="208322"/>
                  <a:pt x="2729707" y="178753"/>
                </a:cubicBezTo>
                <a:cubicBezTo>
                  <a:pt x="2729707" y="149185"/>
                  <a:pt x="2726711" y="120316"/>
                  <a:pt x="2721005" y="92434"/>
                </a:cubicBezTo>
                <a:lnTo>
                  <a:pt x="2720105" y="89535"/>
                </a:lnTo>
                <a:lnTo>
                  <a:pt x="4423410" y="89535"/>
                </a:lnTo>
                <a:close/>
              </a:path>
            </a:pathLst>
          </a:custGeom>
          <a:solidFill>
            <a:schemeClr val="accent1"/>
          </a:solidFill>
          <a:ln>
            <a:solidFill>
              <a:schemeClr val="accent1">
                <a:lumMod val="75000"/>
                <a:alpha val="30000"/>
              </a:schemeClr>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6" name="矩形 5"/>
          <p:cNvSpPr/>
          <p:nvPr>
            <p:custDataLst>
              <p:tags r:id="rId4"/>
            </p:custDataLst>
          </p:nvPr>
        </p:nvSpPr>
        <p:spPr>
          <a:xfrm>
            <a:off x="2227114" y="1410335"/>
            <a:ext cx="3115096" cy="1170150"/>
          </a:xfrm>
          <a:prstGeom prst="rect">
            <a:avLst/>
          </a:prstGeom>
          <a:noFill/>
        </p:spPr>
        <p:txBody>
          <a:bodyPr wrap="square" lIns="0" tIns="0" rIns="0" bIns="0" rtlCol="0" anchor="b" anchorCtr="0">
            <a:noAutofit/>
          </a:bodyPr>
          <a:p>
            <a:pPr algn="ctr">
              <a:lnSpc>
                <a:spcPct val="150000"/>
              </a:lnSpc>
              <a:spcBef>
                <a:spcPct val="0"/>
              </a:spcBef>
              <a:spcAft>
                <a:spcPct val="0"/>
              </a:spcAft>
            </a:pPr>
            <a:r>
              <a:rPr lang="zh-CN" altLang="en-US" sz="1100" dirty="0">
                <a:solidFill>
                  <a:schemeClr val="tx1">
                    <a:lumMod val="85000"/>
                    <a:lumOff val="15000"/>
                  </a:schemeClr>
                </a:solidFill>
                <a:latin typeface="+mn-ea"/>
                <a:cs typeface="+mn-ea"/>
              </a:rPr>
              <a:t>DeepSeek构建了从昇腾芯片到浪潮服务器的全自主技术链。如浪潮信息为DeepSeek北京亦庄智算中心和杭州训练中心提供AI服务器集群，中科曙光承建DeepSeek杭州训练中心的液冷系统。</a:t>
            </a:r>
            <a:endParaRPr lang="zh-CN" altLang="en-US" sz="1100" dirty="0">
              <a:solidFill>
                <a:schemeClr val="tx1">
                  <a:lumMod val="85000"/>
                  <a:lumOff val="15000"/>
                </a:schemeClr>
              </a:solidFill>
              <a:latin typeface="+mn-ea"/>
              <a:cs typeface="+mn-ea"/>
            </a:endParaRPr>
          </a:p>
        </p:txBody>
      </p:sp>
      <p:sp>
        <p:nvSpPr>
          <p:cNvPr id="8" name="矩形 7"/>
          <p:cNvSpPr/>
          <p:nvPr>
            <p:custDataLst>
              <p:tags r:id="rId5"/>
            </p:custDataLst>
          </p:nvPr>
        </p:nvSpPr>
        <p:spPr>
          <a:xfrm>
            <a:off x="2227114" y="2759382"/>
            <a:ext cx="3115096" cy="317048"/>
          </a:xfrm>
          <a:prstGeom prst="rect">
            <a:avLst/>
          </a:prstGeom>
          <a:noFill/>
        </p:spPr>
        <p:txBody>
          <a:bodyPr wrap="square" lIns="0" tIns="0" rIns="0" bIns="0" rtlCol="0" anchor="b">
            <a:noAutofit/>
          </a:bodyPr>
          <a:p>
            <a:pPr algn="ctr">
              <a:spcBef>
                <a:spcPct val="0"/>
              </a:spcBef>
              <a:spcAft>
                <a:spcPct val="0"/>
              </a:spcAft>
            </a:pPr>
            <a:r>
              <a:rPr lang="zh-CN" altLang="en-US" b="1">
                <a:solidFill>
                  <a:schemeClr val="accent1"/>
                </a:solidFill>
                <a:latin typeface="+mn-ea"/>
                <a:cs typeface="+mn-ea"/>
              </a:rPr>
              <a:t>全自主技术链展示</a:t>
            </a:r>
            <a:endParaRPr lang="zh-CN" altLang="en-US" b="1">
              <a:solidFill>
                <a:schemeClr val="accent1"/>
              </a:solidFill>
              <a:latin typeface="+mn-ea"/>
              <a:cs typeface="+mn-ea"/>
            </a:endParaRPr>
          </a:p>
        </p:txBody>
      </p:sp>
      <p:sp>
        <p:nvSpPr>
          <p:cNvPr id="9" name="矩形 8"/>
          <p:cNvSpPr/>
          <p:nvPr>
            <p:custDataLst>
              <p:tags r:id="rId6"/>
            </p:custDataLst>
          </p:nvPr>
        </p:nvSpPr>
        <p:spPr>
          <a:xfrm>
            <a:off x="6842141" y="5167804"/>
            <a:ext cx="3114459" cy="1170787"/>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100">
                <a:solidFill>
                  <a:schemeClr val="tx1">
                    <a:lumMod val="85000"/>
                    <a:lumOff val="15000"/>
                  </a:schemeClr>
                </a:solidFill>
                <a:latin typeface="+mn-ea"/>
                <a:cs typeface="+mn-ea"/>
              </a:rPr>
              <a:t>全国产化技术栈保障了供应链的安全和稳定。相比于依赖进口技术，国产技术可以确保关键信息的数据安全，减少外部因素对产业发展的影响，为产业的可持续发展提供有力支撑。</a:t>
            </a:r>
            <a:endParaRPr lang="zh-CN" altLang="en-US" sz="1100">
              <a:solidFill>
                <a:schemeClr val="tx1">
                  <a:lumMod val="85000"/>
                  <a:lumOff val="15000"/>
                </a:schemeClr>
              </a:solidFill>
              <a:latin typeface="+mn-ea"/>
              <a:cs typeface="+mn-ea"/>
            </a:endParaRPr>
          </a:p>
        </p:txBody>
      </p:sp>
      <p:sp>
        <p:nvSpPr>
          <p:cNvPr id="24" name="矩形 23"/>
          <p:cNvSpPr/>
          <p:nvPr>
            <p:custDataLst>
              <p:tags r:id="rId7"/>
            </p:custDataLst>
          </p:nvPr>
        </p:nvSpPr>
        <p:spPr>
          <a:xfrm>
            <a:off x="6842141" y="4669949"/>
            <a:ext cx="3114459" cy="317048"/>
          </a:xfrm>
          <a:prstGeom prst="rect">
            <a:avLst/>
          </a:prstGeom>
          <a:noFill/>
        </p:spPr>
        <p:txBody>
          <a:bodyPr wrap="square" lIns="0" tIns="0" rIns="0" bIns="0" rtlCol="0" anchor="b">
            <a:noAutofit/>
          </a:bodyPr>
          <a:p>
            <a:pPr algn="ctr">
              <a:spcBef>
                <a:spcPct val="0"/>
              </a:spcBef>
              <a:spcAft>
                <a:spcPct val="0"/>
              </a:spcAft>
            </a:pPr>
            <a:r>
              <a:rPr lang="zh-CN" altLang="en-US" b="1">
                <a:solidFill>
                  <a:schemeClr val="accent1"/>
                </a:solidFill>
                <a:latin typeface="+mn-ea"/>
                <a:cs typeface="+mn-ea"/>
              </a:rPr>
              <a:t>供应链安全价值分析</a:t>
            </a:r>
            <a:endParaRPr lang="zh-CN" altLang="en-US" b="1">
              <a:solidFill>
                <a:schemeClr val="accent1"/>
              </a:solidFill>
              <a:latin typeface="+mn-ea"/>
              <a:cs typeface="+mn-ea"/>
            </a:endParaRPr>
          </a:p>
        </p:txBody>
      </p:sp>
      <p:sp>
        <p:nvSpPr>
          <p:cNvPr id="25" name="椭圆 24"/>
          <p:cNvSpPr/>
          <p:nvPr>
            <p:custDataLst>
              <p:tags r:id="rId8"/>
            </p:custDataLst>
          </p:nvPr>
        </p:nvSpPr>
        <p:spPr>
          <a:xfrm>
            <a:off x="3386441" y="3475606"/>
            <a:ext cx="796441" cy="796441"/>
          </a:xfrm>
          <a:prstGeom prst="ellipse">
            <a:avLst/>
          </a:prstGeom>
          <a:solidFill>
            <a:schemeClr val="accent1"/>
          </a:solidFill>
          <a:ln w="3175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椭圆 25"/>
          <p:cNvSpPr/>
          <p:nvPr>
            <p:custDataLst>
              <p:tags r:id="rId9"/>
            </p:custDataLst>
          </p:nvPr>
        </p:nvSpPr>
        <p:spPr>
          <a:xfrm>
            <a:off x="8000832" y="3475606"/>
            <a:ext cx="796441" cy="796441"/>
          </a:xfrm>
          <a:prstGeom prst="ellipse">
            <a:avLst/>
          </a:prstGeom>
          <a:solidFill>
            <a:schemeClr val="accent1"/>
          </a:solidFill>
          <a:ln w="3175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dirty="0"/>
          </a:p>
        </p:txBody>
      </p:sp>
      <p:pic>
        <p:nvPicPr>
          <p:cNvPr id="27" name="图片 21" descr="32313538333935363b32313538333935353bb3a4c6aab6c1ceef"/>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3621999" y="3711164"/>
            <a:ext cx="324838" cy="324838"/>
          </a:xfrm>
          <a:prstGeom prst="rect">
            <a:avLst/>
          </a:prstGeom>
        </p:spPr>
      </p:pic>
      <p:pic>
        <p:nvPicPr>
          <p:cNvPr id="32" name="图片 13" descr="32313538333935363b32313538333934373bcec4bcfebcd0"/>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8236390" y="3711164"/>
            <a:ext cx="324838" cy="324838"/>
          </a:xfrm>
          <a:prstGeom prst="rect">
            <a:avLst/>
          </a:prstGeom>
        </p:spPr>
      </p:pic>
    </p:spTree>
    <p:custDataLst>
      <p:tags r:id="rId16"/>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idx="2"/>
            <p:custDataLst>
              <p:tags r:id="rId1"/>
            </p:custDataLst>
          </p:nvPr>
        </p:nvSpPr>
        <p:spPr>
          <a:xfrm>
            <a:off x="1828800" y="3004185"/>
            <a:ext cx="2649220" cy="1208405"/>
          </a:xfrm>
        </p:spPr>
        <p:txBody>
          <a:bodyPr/>
          <a:lstStyle/>
          <a:p>
            <a:r>
              <a:rPr lang="zh-CN" altLang="en-US" dirty="0"/>
              <a:t>02</a:t>
            </a:r>
            <a:endParaRPr lang="zh-CN" altLang="en-US" dirty="0"/>
          </a:p>
        </p:txBody>
      </p:sp>
      <p:sp>
        <p:nvSpPr>
          <p:cNvPr id="8" name="标题 7"/>
          <p:cNvSpPr>
            <a:spLocks noGrp="1"/>
          </p:cNvSpPr>
          <p:nvPr>
            <p:ph type="title" idx="1"/>
            <p:custDataLst>
              <p:tags r:id="rId2"/>
            </p:custDataLst>
          </p:nvPr>
        </p:nvSpPr>
        <p:spPr>
          <a:xfrm>
            <a:off x="6732905" y="2092325"/>
            <a:ext cx="5005070" cy="1684020"/>
          </a:xfrm>
        </p:spPr>
        <p:txBody>
          <a:bodyPr/>
          <a:lstStyle/>
          <a:p>
            <a:r>
              <a:rPr lang="zh-CN" altLang="en-US" dirty="0"/>
              <a:t>行业应用深度渗透</a:t>
            </a:r>
            <a:endParaRPr lang="zh-CN" altLang="en-US" dirty="0"/>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智慧港口效率革命</a:t>
            </a:r>
            <a:endParaRPr lang="zh-CN" altLang="en-US"/>
          </a:p>
        </p:txBody>
      </p:sp>
      <p:cxnSp>
        <p:nvCxnSpPr>
          <p:cNvPr id="14" name="直接连接符 13"/>
          <p:cNvCxnSpPr/>
          <p:nvPr>
            <p:custDataLst>
              <p:tags r:id="rId2"/>
            </p:custDataLst>
          </p:nvPr>
        </p:nvCxnSpPr>
        <p:spPr>
          <a:xfrm>
            <a:off x="3222308" y="2473857"/>
            <a:ext cx="1908000" cy="0"/>
          </a:xfrm>
          <a:prstGeom prst="line">
            <a:avLst/>
          </a:prstGeom>
          <a:ln>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sp>
        <p:nvSpPr>
          <p:cNvPr id="21" name="矩形 20"/>
          <p:cNvSpPr/>
          <p:nvPr>
            <p:custDataLst>
              <p:tags r:id="rId3"/>
            </p:custDataLst>
          </p:nvPr>
        </p:nvSpPr>
        <p:spPr>
          <a:xfrm>
            <a:off x="695008" y="4489982"/>
            <a:ext cx="3142615" cy="1953260"/>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400" dirty="0">
                <a:solidFill>
                  <a:schemeClr val="tx1">
                    <a:lumMod val="85000"/>
                    <a:lumOff val="15000"/>
                  </a:schemeClr>
                </a:solidFill>
                <a:latin typeface="+mn-ea"/>
                <a:cs typeface="+mn-ea"/>
              </a:rPr>
              <a:t>宁波舟山港将DeepSeek模型集成到智能闸门和客户服务系统中，集装箱识别准确率提升至80%，大大减少人工验证时间，原本需四名工作人员的集装箱检查现在仅需一人，人力成本降低75%。</a:t>
            </a:r>
            <a:endParaRPr lang="zh-CN" altLang="en-US" sz="1400" dirty="0">
              <a:solidFill>
                <a:schemeClr val="tx1">
                  <a:lumMod val="85000"/>
                  <a:lumOff val="15000"/>
                </a:schemeClr>
              </a:solidFill>
              <a:latin typeface="+mn-ea"/>
              <a:cs typeface="+mn-ea"/>
            </a:endParaRPr>
          </a:p>
        </p:txBody>
      </p:sp>
      <p:sp>
        <p:nvSpPr>
          <p:cNvPr id="26" name="矩形 25"/>
          <p:cNvSpPr/>
          <p:nvPr>
            <p:custDataLst>
              <p:tags r:id="rId4"/>
            </p:custDataLst>
          </p:nvPr>
        </p:nvSpPr>
        <p:spPr>
          <a:xfrm>
            <a:off x="695008" y="3928642"/>
            <a:ext cx="3142615" cy="407670"/>
          </a:xfrm>
          <a:prstGeom prst="rect">
            <a:avLst/>
          </a:prstGeom>
          <a:noFill/>
        </p:spPr>
        <p:txBody>
          <a:bodyPr wrap="square" lIns="0" tIns="0" rIns="0" bIns="0" rtlCol="0" anchor="b">
            <a:noAutofit/>
          </a:bodyPr>
          <a:p>
            <a:pPr algn="ctr">
              <a:spcBef>
                <a:spcPct val="0"/>
              </a:spcBef>
              <a:spcAft>
                <a:spcPct val="0"/>
              </a:spcAft>
            </a:pPr>
            <a:r>
              <a:rPr lang="zh-CN" altLang="en-US" sz="2000" b="1" dirty="0">
                <a:solidFill>
                  <a:schemeClr val="accent1"/>
                </a:solidFill>
                <a:latin typeface="+mn-ea"/>
                <a:cs typeface="+mn-ea"/>
              </a:rPr>
              <a:t>宁波舟山港的显著成效</a:t>
            </a:r>
            <a:endParaRPr lang="zh-CN" altLang="en-US" sz="2000" b="1" dirty="0">
              <a:solidFill>
                <a:schemeClr val="accent1"/>
              </a:solidFill>
              <a:latin typeface="+mn-ea"/>
              <a:cs typeface="+mn-ea"/>
            </a:endParaRPr>
          </a:p>
        </p:txBody>
      </p:sp>
      <p:pic>
        <p:nvPicPr>
          <p:cNvPr id="28" name="图片 5" descr="32313538333630393b32313538333731303bbdbbd7f7d2b5"/>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2003743" y="2225572"/>
            <a:ext cx="525600" cy="525600"/>
          </a:xfrm>
          <a:prstGeom prst="rect">
            <a:avLst/>
          </a:prstGeom>
        </p:spPr>
      </p:pic>
      <p:sp>
        <p:nvSpPr>
          <p:cNvPr id="29" name="弧形 28"/>
          <p:cNvSpPr/>
          <p:nvPr>
            <p:custDataLst>
              <p:tags r:id="rId8"/>
            </p:custDataLst>
          </p:nvPr>
        </p:nvSpPr>
        <p:spPr>
          <a:xfrm>
            <a:off x="1307783" y="1515642"/>
            <a:ext cx="1916430" cy="1916430"/>
          </a:xfrm>
          <a:prstGeom prst="arc">
            <a:avLst>
              <a:gd name="adj1" fmla="val 6375916"/>
              <a:gd name="adj2" fmla="val 4453969"/>
            </a:avLst>
          </a:prstGeom>
          <a:noFill/>
          <a:ln>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椭圆 30"/>
          <p:cNvSpPr/>
          <p:nvPr>
            <p:custDataLst>
              <p:tags r:id="rId9"/>
            </p:custDataLst>
          </p:nvPr>
        </p:nvSpPr>
        <p:spPr>
          <a:xfrm>
            <a:off x="1998028" y="3133622"/>
            <a:ext cx="536575" cy="536575"/>
          </a:xfrm>
          <a:prstGeom prst="ellipse">
            <a:avLst/>
          </a:prstGeom>
          <a:noFill/>
          <a:ln>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a:solidFill>
                  <a:schemeClr val="tx1">
                    <a:lumMod val="85000"/>
                    <a:lumOff val="15000"/>
                  </a:schemeClr>
                </a:solidFill>
                <a:latin typeface="+mn-ea"/>
                <a:cs typeface="+mn-ea"/>
                <a:sym typeface="+mn-ea"/>
              </a:rPr>
              <a:t>1</a:t>
            </a:r>
            <a:endParaRPr lang="en-US" altLang="zh-CN">
              <a:solidFill>
                <a:schemeClr val="tx1">
                  <a:lumMod val="85000"/>
                  <a:lumOff val="15000"/>
                </a:schemeClr>
              </a:solidFill>
              <a:latin typeface="+mn-ea"/>
              <a:cs typeface="+mn-ea"/>
              <a:sym typeface="+mn-ea"/>
            </a:endParaRPr>
          </a:p>
        </p:txBody>
      </p:sp>
      <p:sp>
        <p:nvSpPr>
          <p:cNvPr id="32" name="矩形 31"/>
          <p:cNvSpPr/>
          <p:nvPr>
            <p:custDataLst>
              <p:tags r:id="rId10"/>
            </p:custDataLst>
          </p:nvPr>
        </p:nvSpPr>
        <p:spPr>
          <a:xfrm>
            <a:off x="4524058" y="4489982"/>
            <a:ext cx="3142615" cy="1953260"/>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400" dirty="0">
                <a:solidFill>
                  <a:schemeClr val="tx1">
                    <a:lumMod val="85000"/>
                    <a:lumOff val="15000"/>
                  </a:schemeClr>
                </a:solidFill>
                <a:latin typeface="+mn-ea"/>
                <a:cs typeface="+mn-ea"/>
              </a:rPr>
              <a:t>DeepSeek人工智能模型帮助宁波舟山港闸门系统将故障警报响应时间缩短到半小时内，支持的闸门安装在多个码头，每天处理2万个20英尺当量单位。</a:t>
            </a:r>
            <a:endParaRPr lang="zh-CN" altLang="en-US" sz="1400" dirty="0">
              <a:solidFill>
                <a:schemeClr val="tx1">
                  <a:lumMod val="85000"/>
                  <a:lumOff val="15000"/>
                </a:schemeClr>
              </a:solidFill>
              <a:latin typeface="+mn-ea"/>
              <a:cs typeface="+mn-ea"/>
            </a:endParaRPr>
          </a:p>
        </p:txBody>
      </p:sp>
      <p:sp>
        <p:nvSpPr>
          <p:cNvPr id="33" name="矩形 32"/>
          <p:cNvSpPr/>
          <p:nvPr>
            <p:custDataLst>
              <p:tags r:id="rId11"/>
            </p:custDataLst>
          </p:nvPr>
        </p:nvSpPr>
        <p:spPr>
          <a:xfrm>
            <a:off x="4630738" y="3928642"/>
            <a:ext cx="2928620" cy="407670"/>
          </a:xfrm>
          <a:prstGeom prst="rect">
            <a:avLst/>
          </a:prstGeom>
          <a:noFill/>
        </p:spPr>
        <p:txBody>
          <a:bodyPr wrap="square" lIns="0" tIns="0" rIns="0" bIns="0" rtlCol="0" anchor="b">
            <a:noAutofit/>
          </a:bodyPr>
          <a:p>
            <a:pPr algn="ctr">
              <a:spcBef>
                <a:spcPct val="0"/>
              </a:spcBef>
              <a:spcAft>
                <a:spcPct val="0"/>
              </a:spcAft>
            </a:pPr>
            <a:r>
              <a:rPr lang="zh-CN" altLang="en-US" sz="2000" b="1" dirty="0">
                <a:solidFill>
                  <a:schemeClr val="accent1"/>
                </a:solidFill>
                <a:latin typeface="+mn-ea"/>
                <a:cs typeface="+mn-ea"/>
              </a:rPr>
              <a:t>故障警报响应优化</a:t>
            </a:r>
            <a:endParaRPr lang="zh-CN" altLang="en-US" sz="2000" b="1" dirty="0">
              <a:solidFill>
                <a:schemeClr val="accent1"/>
              </a:solidFill>
              <a:latin typeface="+mn-ea"/>
              <a:cs typeface="+mn-ea"/>
            </a:endParaRPr>
          </a:p>
        </p:txBody>
      </p:sp>
      <p:sp>
        <p:nvSpPr>
          <p:cNvPr id="34" name="弧形 33"/>
          <p:cNvSpPr/>
          <p:nvPr>
            <p:custDataLst>
              <p:tags r:id="rId12"/>
            </p:custDataLst>
          </p:nvPr>
        </p:nvSpPr>
        <p:spPr>
          <a:xfrm>
            <a:off x="5136833" y="1515642"/>
            <a:ext cx="1916430" cy="1916430"/>
          </a:xfrm>
          <a:prstGeom prst="arc">
            <a:avLst>
              <a:gd name="adj1" fmla="val 6375851"/>
              <a:gd name="adj2" fmla="val 4457771"/>
            </a:avLst>
          </a:prstGeom>
          <a:noFill/>
          <a:ln>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椭圆 34"/>
          <p:cNvSpPr/>
          <p:nvPr>
            <p:custDataLst>
              <p:tags r:id="rId13"/>
            </p:custDataLst>
          </p:nvPr>
        </p:nvSpPr>
        <p:spPr>
          <a:xfrm>
            <a:off x="5827078" y="3133622"/>
            <a:ext cx="536575" cy="536575"/>
          </a:xfrm>
          <a:prstGeom prst="ellipse">
            <a:avLst/>
          </a:prstGeom>
          <a:noFill/>
          <a:ln>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a:solidFill>
                  <a:schemeClr val="tx1">
                    <a:lumMod val="85000"/>
                    <a:lumOff val="15000"/>
                  </a:schemeClr>
                </a:solidFill>
                <a:latin typeface="+mn-ea"/>
                <a:cs typeface="+mn-ea"/>
                <a:sym typeface="+mn-ea"/>
              </a:rPr>
              <a:t>2</a:t>
            </a:r>
            <a:endParaRPr lang="en-US" altLang="zh-CN">
              <a:solidFill>
                <a:schemeClr val="tx1">
                  <a:lumMod val="85000"/>
                  <a:lumOff val="15000"/>
                </a:schemeClr>
              </a:solidFill>
              <a:latin typeface="+mn-ea"/>
              <a:cs typeface="+mn-ea"/>
              <a:sym typeface="+mn-ea"/>
            </a:endParaRPr>
          </a:p>
        </p:txBody>
      </p:sp>
      <p:sp>
        <p:nvSpPr>
          <p:cNvPr id="36" name="矩形 35"/>
          <p:cNvSpPr/>
          <p:nvPr>
            <p:custDataLst>
              <p:tags r:id="rId14"/>
            </p:custDataLst>
          </p:nvPr>
        </p:nvSpPr>
        <p:spPr>
          <a:xfrm>
            <a:off x="8354378" y="4489982"/>
            <a:ext cx="3142615" cy="1953260"/>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400" dirty="0">
                <a:solidFill>
                  <a:schemeClr val="tx1">
                    <a:lumMod val="85000"/>
                    <a:lumOff val="15000"/>
                  </a:schemeClr>
                </a:solidFill>
                <a:latin typeface="+mn-ea"/>
                <a:cs typeface="+mn-ea"/>
              </a:rPr>
              <a:t>舟山港试图将DeepSeek模型整合到24小时客户服务系统中，该模型的客户服务应用程序目前正在测试中，计划于上半年推出，其他如货物处理等更广泛应用也在开发计划中。</a:t>
            </a:r>
            <a:endParaRPr lang="zh-CN" altLang="en-US" sz="1400" dirty="0">
              <a:solidFill>
                <a:schemeClr val="tx1">
                  <a:lumMod val="85000"/>
                  <a:lumOff val="15000"/>
                </a:schemeClr>
              </a:solidFill>
              <a:latin typeface="+mn-ea"/>
              <a:cs typeface="+mn-ea"/>
            </a:endParaRPr>
          </a:p>
        </p:txBody>
      </p:sp>
      <p:sp>
        <p:nvSpPr>
          <p:cNvPr id="37" name="矩形 36"/>
          <p:cNvSpPr/>
          <p:nvPr>
            <p:custDataLst>
              <p:tags r:id="rId15"/>
            </p:custDataLst>
          </p:nvPr>
        </p:nvSpPr>
        <p:spPr>
          <a:xfrm>
            <a:off x="8353108" y="3928642"/>
            <a:ext cx="3145154" cy="407670"/>
          </a:xfrm>
          <a:prstGeom prst="rect">
            <a:avLst/>
          </a:prstGeom>
          <a:noFill/>
        </p:spPr>
        <p:txBody>
          <a:bodyPr wrap="square" lIns="0" tIns="0" rIns="0" bIns="0" rtlCol="0" anchor="b">
            <a:noAutofit/>
          </a:bodyPr>
          <a:p>
            <a:pPr algn="ctr">
              <a:spcBef>
                <a:spcPct val="0"/>
              </a:spcBef>
              <a:spcAft>
                <a:spcPct val="0"/>
              </a:spcAft>
            </a:pPr>
            <a:r>
              <a:rPr lang="zh-CN" altLang="en-US" sz="2000" b="1" dirty="0">
                <a:solidFill>
                  <a:schemeClr val="accent1"/>
                </a:solidFill>
                <a:latin typeface="+mn-ea"/>
                <a:cs typeface="+mn-ea"/>
              </a:rPr>
              <a:t>客户服务系统升级</a:t>
            </a:r>
            <a:endParaRPr lang="zh-CN" altLang="en-US" sz="2000" b="1" dirty="0">
              <a:solidFill>
                <a:schemeClr val="accent1"/>
              </a:solidFill>
              <a:latin typeface="+mn-ea"/>
              <a:cs typeface="+mn-ea"/>
            </a:endParaRPr>
          </a:p>
        </p:txBody>
      </p:sp>
      <p:sp>
        <p:nvSpPr>
          <p:cNvPr id="38" name="弧形 37"/>
          <p:cNvSpPr/>
          <p:nvPr>
            <p:custDataLst>
              <p:tags r:id="rId16"/>
            </p:custDataLst>
          </p:nvPr>
        </p:nvSpPr>
        <p:spPr>
          <a:xfrm>
            <a:off x="8967153" y="1515642"/>
            <a:ext cx="1916430" cy="1916430"/>
          </a:xfrm>
          <a:prstGeom prst="arc">
            <a:avLst>
              <a:gd name="adj1" fmla="val 6392578"/>
              <a:gd name="adj2" fmla="val 4437989"/>
            </a:avLst>
          </a:prstGeom>
          <a:noFill/>
          <a:ln>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椭圆 38"/>
          <p:cNvSpPr/>
          <p:nvPr>
            <p:custDataLst>
              <p:tags r:id="rId17"/>
            </p:custDataLst>
          </p:nvPr>
        </p:nvSpPr>
        <p:spPr>
          <a:xfrm>
            <a:off x="9657398" y="3133622"/>
            <a:ext cx="536575" cy="536575"/>
          </a:xfrm>
          <a:prstGeom prst="ellipse">
            <a:avLst/>
          </a:prstGeom>
          <a:noFill/>
          <a:ln>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a:solidFill>
                  <a:schemeClr val="tx1">
                    <a:lumMod val="85000"/>
                    <a:lumOff val="15000"/>
                  </a:schemeClr>
                </a:solidFill>
                <a:latin typeface="+mn-ea"/>
                <a:cs typeface="+mn-ea"/>
                <a:sym typeface="+mn-ea"/>
              </a:rPr>
              <a:t>3</a:t>
            </a:r>
            <a:endParaRPr lang="en-US" altLang="zh-CN">
              <a:solidFill>
                <a:schemeClr val="tx1">
                  <a:lumMod val="85000"/>
                  <a:lumOff val="15000"/>
                </a:schemeClr>
              </a:solidFill>
              <a:latin typeface="+mn-ea"/>
              <a:cs typeface="+mn-ea"/>
              <a:sym typeface="+mn-ea"/>
            </a:endParaRPr>
          </a:p>
        </p:txBody>
      </p:sp>
      <p:pic>
        <p:nvPicPr>
          <p:cNvPr id="40" name="图片 13" descr="32313538333630393b32313538333732303bcad5b2d8bfceb3cc"/>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9635808" y="2221762"/>
            <a:ext cx="579600" cy="579600"/>
          </a:xfrm>
          <a:prstGeom prst="rect">
            <a:avLst/>
          </a:prstGeom>
        </p:spPr>
      </p:pic>
      <p:pic>
        <p:nvPicPr>
          <p:cNvPr id="41" name="图片 14" descr="32313538333630393b32313538333732313bb6fac2f3"/>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5805488" y="2184932"/>
            <a:ext cx="579600" cy="579600"/>
          </a:xfrm>
          <a:prstGeom prst="rect">
            <a:avLst/>
          </a:prstGeom>
        </p:spPr>
      </p:pic>
      <p:cxnSp>
        <p:nvCxnSpPr>
          <p:cNvPr id="42" name="直接连接符 41"/>
          <p:cNvCxnSpPr/>
          <p:nvPr>
            <p:custDataLst>
              <p:tags r:id="rId24"/>
            </p:custDataLst>
          </p:nvPr>
        </p:nvCxnSpPr>
        <p:spPr>
          <a:xfrm>
            <a:off x="7059613" y="2473857"/>
            <a:ext cx="1908000" cy="0"/>
          </a:xfrm>
          <a:prstGeom prst="line">
            <a:avLst/>
          </a:prstGeom>
          <a:ln>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spTree>
    <p:custDataLst>
      <p:tags r:id="rId2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a:xfrm>
            <a:off x="694800" y="360000"/>
            <a:ext cx="5105707" cy="720000"/>
          </a:xfrm>
        </p:spPr>
        <p:txBody>
          <a:bodyPr lIns="0" tIns="0" rIns="0" bIns="0" anchor="b">
            <a:normAutofit/>
          </a:bodyPr>
          <a:lstStyle/>
          <a:p>
            <a:pPr algn="l"/>
            <a:r>
              <a:rPr lang="zh-CN" altLang="en-US" dirty="0"/>
              <a:t>金融行业智能跃迁</a:t>
            </a:r>
            <a:endParaRPr lang="zh-CN" altLang="en-US" dirty="0"/>
          </a:p>
        </p:txBody>
      </p:sp>
      <p:pic>
        <p:nvPicPr>
          <p:cNvPr id="2" name="图片 1" descr="/data/temp/7a9ec358-0a34-11f0-82a5-164c3154ad90.jpg7a9ec358-0a34-11f0-82a5-164c3154ad90"/>
          <p:cNvPicPr>
            <a:picLocks noChangeAspect="1"/>
          </p:cNvPicPr>
          <p:nvPr>
            <p:custDataLst>
              <p:tags r:id="rId2"/>
            </p:custDataLst>
          </p:nvPr>
        </p:nvPicPr>
        <p:blipFill>
          <a:blip r:embed="rId3"/>
          <a:srcRect l="31863"/>
          <a:stretch>
            <a:fillRect/>
          </a:stretch>
        </p:blipFill>
        <p:spPr>
          <a:xfrm>
            <a:off x="6205775" y="990575"/>
            <a:ext cx="5290980" cy="5175300"/>
          </a:xfrm>
          <a:custGeom>
            <a:avLst/>
            <a:gdLst/>
            <a:ahLst/>
            <a:cxnLst>
              <a:cxn ang="3">
                <a:pos x="hc" y="t"/>
              </a:cxn>
              <a:cxn ang="cd2">
                <a:pos x="l" y="vc"/>
              </a:cxn>
              <a:cxn ang="cd4">
                <a:pos x="hc" y="b"/>
              </a:cxn>
              <a:cxn ang="0">
                <a:pos x="r" y="vc"/>
              </a:cxn>
            </a:cxnLst>
            <a:rect l="l" t="t" r="r" b="b"/>
            <a:pathLst>
              <a:path w="8332" h="8150">
                <a:moveTo>
                  <a:pt x="4232" y="780"/>
                </a:moveTo>
                <a:lnTo>
                  <a:pt x="6216" y="780"/>
                </a:lnTo>
                <a:lnTo>
                  <a:pt x="6216" y="8150"/>
                </a:lnTo>
                <a:lnTo>
                  <a:pt x="4232" y="8150"/>
                </a:lnTo>
                <a:lnTo>
                  <a:pt x="4232" y="780"/>
                </a:lnTo>
                <a:close/>
                <a:moveTo>
                  <a:pt x="0" y="780"/>
                </a:moveTo>
                <a:lnTo>
                  <a:pt x="1984" y="780"/>
                </a:lnTo>
                <a:lnTo>
                  <a:pt x="1984" y="8150"/>
                </a:lnTo>
                <a:lnTo>
                  <a:pt x="0" y="8150"/>
                </a:lnTo>
                <a:lnTo>
                  <a:pt x="0" y="780"/>
                </a:lnTo>
                <a:close/>
                <a:moveTo>
                  <a:pt x="6348" y="0"/>
                </a:moveTo>
                <a:lnTo>
                  <a:pt x="8332" y="0"/>
                </a:lnTo>
                <a:lnTo>
                  <a:pt x="8332" y="7370"/>
                </a:lnTo>
                <a:lnTo>
                  <a:pt x="6348" y="7370"/>
                </a:lnTo>
                <a:lnTo>
                  <a:pt x="6348" y="0"/>
                </a:lnTo>
                <a:close/>
                <a:moveTo>
                  <a:pt x="2116" y="0"/>
                </a:moveTo>
                <a:lnTo>
                  <a:pt x="4100" y="0"/>
                </a:lnTo>
                <a:lnTo>
                  <a:pt x="4100" y="7370"/>
                </a:lnTo>
                <a:lnTo>
                  <a:pt x="2116" y="7370"/>
                </a:lnTo>
                <a:lnTo>
                  <a:pt x="2116" y="0"/>
                </a:lnTo>
                <a:close/>
              </a:path>
            </a:pathLst>
          </a:custGeom>
          <a:ln w="9525" cap="flat" cmpd="sng" algn="ctr">
            <a:solidFill>
              <a:schemeClr val="dk1">
                <a:lumMod val="40000"/>
                <a:lumOff val="60000"/>
                <a:alpha val="50000"/>
              </a:schemeClr>
            </a:solidFill>
            <a:prstDash val="solid"/>
            <a:round/>
            <a:headEnd type="none" w="med" len="med"/>
            <a:tailEnd type="none" w="med" len="med"/>
          </a:ln>
        </p:spPr>
      </p:pic>
      <p:sp>
        <p:nvSpPr>
          <p:cNvPr id="5" name="矩形 4"/>
          <p:cNvSpPr/>
          <p:nvPr>
            <p:custDataLst>
              <p:tags r:id="rId4"/>
            </p:custDataLst>
          </p:nvPr>
        </p:nvSpPr>
        <p:spPr>
          <a:xfrm>
            <a:off x="690692" y="1995613"/>
            <a:ext cx="3393181" cy="951971"/>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200" dirty="0">
                <a:solidFill>
                  <a:schemeClr val="tx1">
                    <a:lumMod val="85000"/>
                    <a:lumOff val="15000"/>
                  </a:schemeClr>
                </a:solidFill>
                <a:latin typeface="+mn-ea"/>
                <a:cs typeface="+mn-ea"/>
              </a:rPr>
              <a:t>中信证券与拓尔思联合开发金融舆情大模型，部署智能研报生成系统，将分析师工作效率提升3倍，错误率下降90%。</a:t>
            </a:r>
            <a:endParaRPr lang="zh-CN" altLang="en-US" sz="1200" dirty="0">
              <a:solidFill>
                <a:schemeClr val="tx1">
                  <a:lumMod val="85000"/>
                  <a:lumOff val="15000"/>
                </a:schemeClr>
              </a:solidFill>
              <a:latin typeface="+mn-ea"/>
              <a:cs typeface="+mn-ea"/>
            </a:endParaRPr>
          </a:p>
        </p:txBody>
      </p:sp>
      <p:sp>
        <p:nvSpPr>
          <p:cNvPr id="6" name="矩形 5"/>
          <p:cNvSpPr/>
          <p:nvPr>
            <p:custDataLst>
              <p:tags r:id="rId5"/>
            </p:custDataLst>
          </p:nvPr>
        </p:nvSpPr>
        <p:spPr>
          <a:xfrm>
            <a:off x="690692" y="1641243"/>
            <a:ext cx="3389370" cy="329015"/>
          </a:xfrm>
          <a:prstGeom prst="rect">
            <a:avLst/>
          </a:prstGeom>
          <a:noFill/>
        </p:spPr>
        <p:txBody>
          <a:bodyPr wrap="square" lIns="0" tIns="0" rIns="0" bIns="0" rtlCol="0" anchor="ctr" anchorCtr="0">
            <a:noAutofit/>
          </a:bodyPr>
          <a:p>
            <a:pPr>
              <a:spcBef>
                <a:spcPct val="0"/>
              </a:spcBef>
              <a:spcAft>
                <a:spcPct val="0"/>
              </a:spcAft>
            </a:pPr>
            <a:r>
              <a:rPr lang="zh-CN" altLang="en-US" b="1" dirty="0">
                <a:solidFill>
                  <a:schemeClr val="accent1"/>
                </a:solidFill>
                <a:latin typeface="+mn-ea"/>
                <a:cs typeface="+mn-ea"/>
              </a:rPr>
              <a:t>中信证券的智能研报系统</a:t>
            </a:r>
            <a:endParaRPr lang="zh-CN" altLang="en-US" b="1" dirty="0">
              <a:solidFill>
                <a:schemeClr val="accent1"/>
              </a:solidFill>
              <a:latin typeface="+mn-ea"/>
              <a:cs typeface="+mn-ea"/>
            </a:endParaRPr>
          </a:p>
        </p:txBody>
      </p:sp>
      <p:sp>
        <p:nvSpPr>
          <p:cNvPr id="10" name="矩形 9"/>
          <p:cNvSpPr/>
          <p:nvPr>
            <p:custDataLst>
              <p:tags r:id="rId6"/>
            </p:custDataLst>
          </p:nvPr>
        </p:nvSpPr>
        <p:spPr>
          <a:xfrm>
            <a:off x="690692" y="3431507"/>
            <a:ext cx="3393181" cy="951971"/>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200">
                <a:solidFill>
                  <a:schemeClr val="tx1">
                    <a:lumMod val="85000"/>
                    <a:lumOff val="15000"/>
                  </a:schemeClr>
                </a:solidFill>
                <a:latin typeface="+mn-ea"/>
                <a:cs typeface="+mn-ea"/>
              </a:rPr>
              <a:t>DeepSeek模型凭借其强大的数据分析和处理能力，为金融行业提供更精准的市场分析和预测，帮助金融机构做出更明智的决策。</a:t>
            </a:r>
            <a:endParaRPr lang="zh-CN" altLang="en-US" sz="1200">
              <a:solidFill>
                <a:schemeClr val="tx1">
                  <a:lumMod val="85000"/>
                  <a:lumOff val="15000"/>
                </a:schemeClr>
              </a:solidFill>
              <a:latin typeface="+mn-ea"/>
              <a:cs typeface="+mn-ea"/>
            </a:endParaRPr>
          </a:p>
        </p:txBody>
      </p:sp>
      <p:sp>
        <p:nvSpPr>
          <p:cNvPr id="11" name="矩形 10"/>
          <p:cNvSpPr/>
          <p:nvPr>
            <p:custDataLst>
              <p:tags r:id="rId7"/>
            </p:custDataLst>
          </p:nvPr>
        </p:nvSpPr>
        <p:spPr>
          <a:xfrm>
            <a:off x="690692" y="3066976"/>
            <a:ext cx="3389370" cy="328966"/>
          </a:xfrm>
          <a:prstGeom prst="rect">
            <a:avLst/>
          </a:prstGeom>
          <a:noFill/>
        </p:spPr>
        <p:txBody>
          <a:bodyPr wrap="square" lIns="0" tIns="0" rIns="0" bIns="0" rtlCol="0" anchor="ctr" anchorCtr="0">
            <a:noAutofit/>
          </a:bodyPr>
          <a:p>
            <a:pPr>
              <a:spcBef>
                <a:spcPct val="0"/>
              </a:spcBef>
              <a:spcAft>
                <a:spcPct val="0"/>
              </a:spcAft>
            </a:pPr>
            <a:r>
              <a:rPr lang="zh-CN" altLang="en-US" b="1">
                <a:solidFill>
                  <a:schemeClr val="accent1"/>
                </a:solidFill>
                <a:latin typeface="+mn-ea"/>
                <a:cs typeface="+mn-ea"/>
              </a:rPr>
              <a:t>模型助力金融分析</a:t>
            </a:r>
            <a:endParaRPr lang="zh-CN" altLang="en-US" b="1">
              <a:solidFill>
                <a:schemeClr val="accent1"/>
              </a:solidFill>
              <a:latin typeface="+mn-ea"/>
              <a:cs typeface="+mn-ea"/>
            </a:endParaRPr>
          </a:p>
        </p:txBody>
      </p:sp>
      <p:sp>
        <p:nvSpPr>
          <p:cNvPr id="13" name="矩形 12"/>
          <p:cNvSpPr/>
          <p:nvPr>
            <p:custDataLst>
              <p:tags r:id="rId8"/>
            </p:custDataLst>
          </p:nvPr>
        </p:nvSpPr>
        <p:spPr>
          <a:xfrm>
            <a:off x="690692" y="4867401"/>
            <a:ext cx="3393181" cy="951971"/>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200">
                <a:solidFill>
                  <a:schemeClr val="tx1">
                    <a:lumMod val="85000"/>
                    <a:lumOff val="15000"/>
                  </a:schemeClr>
                </a:solidFill>
                <a:latin typeface="+mn-ea"/>
                <a:cs typeface="+mn-ea"/>
              </a:rPr>
              <a:t>DeepSeek在金融行业的应用激发了更多的创新思维，促使金融机构不断探索新的业务模式和服务方式，提升金融服务的质量和效率。</a:t>
            </a:r>
            <a:endParaRPr lang="zh-CN" altLang="en-US" sz="1200">
              <a:solidFill>
                <a:schemeClr val="tx1">
                  <a:lumMod val="85000"/>
                  <a:lumOff val="15000"/>
                </a:schemeClr>
              </a:solidFill>
              <a:latin typeface="+mn-ea"/>
              <a:cs typeface="+mn-ea"/>
            </a:endParaRPr>
          </a:p>
        </p:txBody>
      </p:sp>
      <p:sp>
        <p:nvSpPr>
          <p:cNvPr id="14" name="矩形 13"/>
          <p:cNvSpPr/>
          <p:nvPr>
            <p:custDataLst>
              <p:tags r:id="rId9"/>
            </p:custDataLst>
          </p:nvPr>
        </p:nvSpPr>
        <p:spPr>
          <a:xfrm>
            <a:off x="690692" y="4492710"/>
            <a:ext cx="3389370" cy="328966"/>
          </a:xfrm>
          <a:prstGeom prst="rect">
            <a:avLst/>
          </a:prstGeom>
          <a:noFill/>
        </p:spPr>
        <p:txBody>
          <a:bodyPr wrap="square" lIns="0" tIns="0" rIns="0" bIns="0" rtlCol="0" anchor="ctr" anchorCtr="0">
            <a:noAutofit/>
          </a:bodyPr>
          <a:p>
            <a:pPr>
              <a:spcBef>
                <a:spcPct val="0"/>
              </a:spcBef>
              <a:spcAft>
                <a:spcPct val="0"/>
              </a:spcAft>
            </a:pPr>
            <a:r>
              <a:rPr lang="zh-CN" altLang="en-US" b="1">
                <a:solidFill>
                  <a:schemeClr val="accent1"/>
                </a:solidFill>
                <a:latin typeface="+mn-ea"/>
                <a:cs typeface="+mn-ea"/>
              </a:rPr>
              <a:t>推动金融创新发展</a:t>
            </a:r>
            <a:endParaRPr lang="zh-CN" altLang="en-US" b="1">
              <a:solidFill>
                <a:schemeClr val="accent1"/>
              </a:solidFill>
              <a:latin typeface="+mn-ea"/>
              <a:cs typeface="+mn-ea"/>
            </a:endParaRPr>
          </a:p>
        </p:txBody>
      </p:sp>
    </p:spTree>
    <p:custDataLst>
      <p:tags r:id="rId10"/>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695960" y="360045"/>
            <a:ext cx="5833110" cy="720090"/>
          </a:xfrm>
        </p:spPr>
        <p:txBody>
          <a:bodyPr/>
          <a:lstStyle/>
          <a:p>
            <a:r>
              <a:rPr lang="zh-CN" altLang="en-US"/>
              <a:t>医疗诊断精准升级</a:t>
            </a:r>
            <a:endParaRPr lang="zh-CN" altLang="en-US"/>
          </a:p>
        </p:txBody>
      </p:sp>
      <p:pic>
        <p:nvPicPr>
          <p:cNvPr id="24" name="图片 23" descr="/data/temp/78f4a592-0a34-11f0-8a4e-ca41fc214910.jpg78f4a592-0a34-11f0-8a4e-ca41fc214910"/>
          <p:cNvPicPr>
            <a:picLocks noChangeAspect="1"/>
          </p:cNvPicPr>
          <p:nvPr>
            <p:custDataLst>
              <p:tags r:id="rId2"/>
            </p:custDataLst>
          </p:nvPr>
        </p:nvPicPr>
        <p:blipFill>
          <a:blip r:embed="rId3"/>
          <a:srcRect t="8182" b="8182"/>
          <a:stretch>
            <a:fillRect/>
          </a:stretch>
        </p:blipFill>
        <p:spPr>
          <a:xfrm>
            <a:off x="6724015" y="0"/>
            <a:ext cx="5467985" cy="6861810"/>
          </a:xfrm>
          <a:custGeom>
            <a:avLst/>
            <a:gdLst/>
            <a:ahLst/>
            <a:cxnLst>
              <a:cxn ang="3">
                <a:pos x="hc" y="t"/>
              </a:cxn>
              <a:cxn ang="cd2">
                <a:pos x="l" y="vc"/>
              </a:cxn>
              <a:cxn ang="cd4">
                <a:pos x="hc" y="b"/>
              </a:cxn>
              <a:cxn ang="0">
                <a:pos x="r" y="vc"/>
              </a:cxn>
            </a:cxnLst>
            <a:rect l="l" t="t" r="r" b="b"/>
            <a:pathLst>
              <a:path w="8611" h="10806">
                <a:moveTo>
                  <a:pt x="0" y="0"/>
                </a:moveTo>
                <a:lnTo>
                  <a:pt x="8611" y="0"/>
                </a:lnTo>
                <a:lnTo>
                  <a:pt x="8611" y="10806"/>
                </a:lnTo>
                <a:lnTo>
                  <a:pt x="0" y="10806"/>
                </a:lnTo>
                <a:lnTo>
                  <a:pt x="0" y="0"/>
                </a:lnTo>
                <a:close/>
              </a:path>
            </a:pathLst>
          </a:custGeom>
          <a:solidFill>
            <a:schemeClr val="accent1"/>
          </a:solidFill>
          <a:ln>
            <a:solidFill>
              <a:schemeClr val="bg1">
                <a:lumMod val="65000"/>
                <a:alpha val="20000"/>
              </a:schemeClr>
            </a:solidFill>
          </a:ln>
        </p:spPr>
      </p:pic>
      <p:sp>
        <p:nvSpPr>
          <p:cNvPr id="5" name="矩形 4"/>
          <p:cNvSpPr/>
          <p:nvPr>
            <p:custDataLst>
              <p:tags r:id="rId4"/>
            </p:custDataLst>
          </p:nvPr>
        </p:nvSpPr>
        <p:spPr>
          <a:xfrm>
            <a:off x="1097692" y="2089975"/>
            <a:ext cx="4451561" cy="868424"/>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200" kern="0" dirty="0">
                <a:ln>
                  <a:noFill/>
                  <a:prstDash val="sysDot"/>
                </a:ln>
                <a:solidFill>
                  <a:schemeClr val="tx1">
                    <a:lumMod val="85000"/>
                    <a:lumOff val="15000"/>
                  </a:schemeClr>
                </a:solidFill>
                <a:latin typeface="+mn-ea"/>
                <a:cs typeface="+mn-ea"/>
              </a:rPr>
              <a:t>在“昇腾+DeepSeek”智慧医疗应用一体化解决方案下，瑞金医院辅助诊断系统影像识别准确率达98.7%，误诊率降低至0.3%。</a:t>
            </a:r>
            <a:endParaRPr lang="zh-CN" altLang="en-US" sz="1200" kern="0" dirty="0">
              <a:ln>
                <a:noFill/>
                <a:prstDash val="sysDot"/>
              </a:ln>
              <a:solidFill>
                <a:schemeClr val="tx1">
                  <a:lumMod val="85000"/>
                  <a:lumOff val="15000"/>
                </a:schemeClr>
              </a:solidFill>
              <a:latin typeface="+mn-ea"/>
              <a:cs typeface="+mn-ea"/>
            </a:endParaRPr>
          </a:p>
        </p:txBody>
      </p:sp>
      <p:sp>
        <p:nvSpPr>
          <p:cNvPr id="6" name="矩形 5"/>
          <p:cNvSpPr/>
          <p:nvPr>
            <p:custDataLst>
              <p:tags r:id="rId5"/>
            </p:custDataLst>
          </p:nvPr>
        </p:nvSpPr>
        <p:spPr>
          <a:xfrm>
            <a:off x="1097692" y="1663296"/>
            <a:ext cx="4451562" cy="379694"/>
          </a:xfrm>
          <a:prstGeom prst="rect">
            <a:avLst/>
          </a:prstGeom>
          <a:noFill/>
        </p:spPr>
        <p:txBody>
          <a:bodyPr wrap="square" lIns="0" tIns="0" rIns="0" bIns="0" rtlCol="0" anchor="b">
            <a:noAutofit/>
          </a:bodyPr>
          <a:p>
            <a:pPr>
              <a:spcBef>
                <a:spcPct val="0"/>
              </a:spcBef>
              <a:spcAft>
                <a:spcPct val="0"/>
              </a:spcAft>
            </a:pPr>
            <a:r>
              <a:rPr lang="zh-CN" altLang="en-US" sz="1600" b="1">
                <a:solidFill>
                  <a:schemeClr val="accent1"/>
                </a:solidFill>
                <a:latin typeface="+mn-ea"/>
                <a:cs typeface="+mn-ea"/>
              </a:rPr>
              <a:t>瑞金医院的辅助诊断系统</a:t>
            </a:r>
            <a:endParaRPr lang="zh-CN" altLang="en-US" sz="1600" b="1">
              <a:solidFill>
                <a:schemeClr val="accent1"/>
              </a:solidFill>
              <a:latin typeface="+mn-ea"/>
              <a:cs typeface="+mn-ea"/>
            </a:endParaRPr>
          </a:p>
        </p:txBody>
      </p:sp>
      <p:sp>
        <p:nvSpPr>
          <p:cNvPr id="10" name="椭圆 9"/>
          <p:cNvSpPr/>
          <p:nvPr>
            <p:custDataLst>
              <p:tags r:id="rId6"/>
            </p:custDataLst>
          </p:nvPr>
        </p:nvSpPr>
        <p:spPr>
          <a:xfrm>
            <a:off x="702760" y="1763616"/>
            <a:ext cx="321279" cy="321279"/>
          </a:xfrm>
          <a:prstGeom prst="ellipse">
            <a:avLst/>
          </a:prstGeom>
          <a:solidFill>
            <a:schemeClr val="accent1"/>
          </a:solidFill>
          <a:effectLst/>
        </p:spPr>
        <p:txBody>
          <a:bodyPr wrap="none" lIns="0" tIns="0" rIns="0" bIns="0" rtlCol="0" anchor="ctr" anchorCtr="0">
            <a:normAutofit lnSpcReduction="10000"/>
          </a:bodyPr>
          <a:p>
            <a:pPr algn="ctr">
              <a:spcBef>
                <a:spcPct val="0"/>
              </a:spcBef>
              <a:spcAft>
                <a:spcPct val="0"/>
              </a:spcAft>
            </a:pPr>
            <a:r>
              <a:rPr lang="en-US" altLang="zh-CN" sz="1400" b="1" dirty="0">
                <a:solidFill>
                  <a:srgbClr val="FFFFFF"/>
                </a:solidFill>
                <a:latin typeface="+mn-ea"/>
                <a:cs typeface="+mn-ea"/>
              </a:rPr>
              <a:t>01</a:t>
            </a:r>
            <a:endParaRPr lang="zh-CN" altLang="en-US" sz="1400" b="1" dirty="0">
              <a:solidFill>
                <a:srgbClr val="FFFFFF"/>
              </a:solidFill>
              <a:latin typeface="+mn-ea"/>
              <a:cs typeface="+mn-ea"/>
            </a:endParaRPr>
          </a:p>
        </p:txBody>
      </p:sp>
      <p:sp>
        <p:nvSpPr>
          <p:cNvPr id="11" name="矩形 10"/>
          <p:cNvSpPr/>
          <p:nvPr>
            <p:custDataLst>
              <p:tags r:id="rId7"/>
            </p:custDataLst>
          </p:nvPr>
        </p:nvSpPr>
        <p:spPr>
          <a:xfrm>
            <a:off x="1097692" y="3703357"/>
            <a:ext cx="4451561" cy="868424"/>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200" kern="0" dirty="0">
                <a:ln>
                  <a:noFill/>
                  <a:prstDash val="sysDot"/>
                </a:ln>
                <a:solidFill>
                  <a:schemeClr val="tx1">
                    <a:lumMod val="85000"/>
                    <a:lumOff val="15000"/>
                  </a:schemeClr>
                </a:solidFill>
                <a:latin typeface="+mn-ea"/>
                <a:cs typeface="+mn-ea"/>
              </a:rPr>
              <a:t>该方案已在多家医疗机构落地，全面覆盖医学科研、辅助诊断、院区管理等核心场景，助力科研成果转化，提高诊断效率，实现院区智能化运营。</a:t>
            </a:r>
            <a:endParaRPr lang="zh-CN" altLang="en-US" sz="1200" kern="0" dirty="0">
              <a:ln>
                <a:noFill/>
                <a:prstDash val="sysDot"/>
              </a:ln>
              <a:solidFill>
                <a:schemeClr val="tx1">
                  <a:lumMod val="85000"/>
                  <a:lumOff val="15000"/>
                </a:schemeClr>
              </a:solidFill>
              <a:latin typeface="+mn-ea"/>
              <a:cs typeface="+mn-ea"/>
            </a:endParaRPr>
          </a:p>
        </p:txBody>
      </p:sp>
      <p:sp>
        <p:nvSpPr>
          <p:cNvPr id="13" name="矩形 12"/>
          <p:cNvSpPr/>
          <p:nvPr>
            <p:custDataLst>
              <p:tags r:id="rId8"/>
            </p:custDataLst>
          </p:nvPr>
        </p:nvSpPr>
        <p:spPr>
          <a:xfrm>
            <a:off x="1097692" y="3277313"/>
            <a:ext cx="4451562" cy="379694"/>
          </a:xfrm>
          <a:prstGeom prst="rect">
            <a:avLst/>
          </a:prstGeom>
          <a:noFill/>
        </p:spPr>
        <p:txBody>
          <a:bodyPr wrap="square" lIns="0" tIns="0" rIns="0" bIns="0" rtlCol="0" anchor="b">
            <a:noAutofit/>
          </a:bodyPr>
          <a:p>
            <a:pPr>
              <a:spcBef>
                <a:spcPct val="0"/>
              </a:spcBef>
              <a:spcAft>
                <a:spcPct val="0"/>
              </a:spcAft>
            </a:pPr>
            <a:r>
              <a:rPr lang="zh-CN" altLang="en-US" sz="1600" b="1">
                <a:solidFill>
                  <a:schemeClr val="accent1"/>
                </a:solidFill>
                <a:latin typeface="+mn-ea"/>
                <a:cs typeface="+mn-ea"/>
              </a:rPr>
              <a:t>多场景应用成效</a:t>
            </a:r>
            <a:endParaRPr lang="zh-CN" altLang="en-US" sz="1600" b="1">
              <a:solidFill>
                <a:schemeClr val="accent1"/>
              </a:solidFill>
              <a:latin typeface="+mn-ea"/>
              <a:cs typeface="+mn-ea"/>
            </a:endParaRPr>
          </a:p>
        </p:txBody>
      </p:sp>
      <p:sp>
        <p:nvSpPr>
          <p:cNvPr id="16" name="椭圆 15"/>
          <p:cNvSpPr/>
          <p:nvPr>
            <p:custDataLst>
              <p:tags r:id="rId9"/>
            </p:custDataLst>
          </p:nvPr>
        </p:nvSpPr>
        <p:spPr>
          <a:xfrm>
            <a:off x="702760" y="3376998"/>
            <a:ext cx="321279" cy="321279"/>
          </a:xfrm>
          <a:prstGeom prst="ellipse">
            <a:avLst/>
          </a:prstGeom>
          <a:solidFill>
            <a:schemeClr val="accent1"/>
          </a:solidFill>
          <a:effectLst/>
        </p:spPr>
        <p:txBody>
          <a:bodyPr wrap="none" lIns="0" tIns="0" rIns="0" bIns="0" rtlCol="0" anchor="ctr" anchorCtr="0">
            <a:normAutofit lnSpcReduction="10000"/>
          </a:bodyPr>
          <a:p>
            <a:pPr algn="ctr">
              <a:spcBef>
                <a:spcPct val="0"/>
              </a:spcBef>
              <a:spcAft>
                <a:spcPct val="0"/>
              </a:spcAft>
            </a:pPr>
            <a:r>
              <a:rPr lang="en-US" altLang="zh-CN" sz="1400" b="1">
                <a:solidFill>
                  <a:srgbClr val="FFFFFF"/>
                </a:solidFill>
                <a:latin typeface="+mn-ea"/>
                <a:cs typeface="+mn-ea"/>
              </a:rPr>
              <a:t>02</a:t>
            </a:r>
            <a:endParaRPr lang="zh-CN" altLang="en-US" sz="1400" b="1">
              <a:solidFill>
                <a:srgbClr val="FFFFFF"/>
              </a:solidFill>
              <a:latin typeface="+mn-ea"/>
              <a:cs typeface="+mn-ea"/>
            </a:endParaRPr>
          </a:p>
        </p:txBody>
      </p:sp>
      <p:sp>
        <p:nvSpPr>
          <p:cNvPr id="18" name="矩形 17"/>
          <p:cNvSpPr/>
          <p:nvPr>
            <p:custDataLst>
              <p:tags r:id="rId10"/>
            </p:custDataLst>
          </p:nvPr>
        </p:nvSpPr>
        <p:spPr>
          <a:xfrm>
            <a:off x="1097692" y="5317374"/>
            <a:ext cx="4451561" cy="868424"/>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200" kern="0">
                <a:ln>
                  <a:noFill/>
                  <a:prstDash val="sysDot"/>
                </a:ln>
                <a:solidFill>
                  <a:schemeClr val="tx1">
                    <a:lumMod val="85000"/>
                    <a:lumOff val="15000"/>
                  </a:schemeClr>
                </a:solidFill>
                <a:latin typeface="+mn-ea"/>
                <a:cs typeface="+mn-ea"/>
              </a:rPr>
              <a:t>DeepSeek的应用为医疗行业带来创新突破，推动AI技术在医疗领域的广泛应用，提升医疗服务的精准性和可靠性，为人们的健康福祉提供更坚实的保障。</a:t>
            </a:r>
            <a:endParaRPr lang="zh-CN" altLang="en-US" sz="1200" kern="0">
              <a:ln>
                <a:noFill/>
                <a:prstDash val="sysDot"/>
              </a:ln>
              <a:solidFill>
                <a:schemeClr val="tx1">
                  <a:lumMod val="85000"/>
                  <a:lumOff val="15000"/>
                </a:schemeClr>
              </a:solidFill>
              <a:latin typeface="+mn-ea"/>
              <a:cs typeface="+mn-ea"/>
            </a:endParaRPr>
          </a:p>
        </p:txBody>
      </p:sp>
      <p:sp>
        <p:nvSpPr>
          <p:cNvPr id="19" name="矩形 18"/>
          <p:cNvSpPr/>
          <p:nvPr>
            <p:custDataLst>
              <p:tags r:id="rId11"/>
            </p:custDataLst>
          </p:nvPr>
        </p:nvSpPr>
        <p:spPr>
          <a:xfrm>
            <a:off x="1097692" y="4891329"/>
            <a:ext cx="4451562" cy="379694"/>
          </a:xfrm>
          <a:prstGeom prst="rect">
            <a:avLst/>
          </a:prstGeom>
          <a:noFill/>
        </p:spPr>
        <p:txBody>
          <a:bodyPr wrap="square" lIns="0" tIns="0" rIns="0" bIns="0" rtlCol="0" anchor="b">
            <a:noAutofit/>
          </a:bodyPr>
          <a:p>
            <a:pPr>
              <a:spcBef>
                <a:spcPct val="0"/>
              </a:spcBef>
              <a:spcAft>
                <a:spcPct val="0"/>
              </a:spcAft>
            </a:pPr>
            <a:r>
              <a:rPr lang="zh-CN" altLang="en-US" sz="1600" b="1">
                <a:solidFill>
                  <a:schemeClr val="accent1"/>
                </a:solidFill>
                <a:latin typeface="+mn-ea"/>
                <a:cs typeface="+mn-ea"/>
              </a:rPr>
              <a:t>提升医疗服务水平</a:t>
            </a:r>
            <a:endParaRPr lang="zh-CN" altLang="en-US" sz="1600" b="1">
              <a:solidFill>
                <a:schemeClr val="accent1"/>
              </a:solidFill>
              <a:latin typeface="+mn-ea"/>
              <a:cs typeface="+mn-ea"/>
            </a:endParaRPr>
          </a:p>
        </p:txBody>
      </p:sp>
      <p:sp>
        <p:nvSpPr>
          <p:cNvPr id="20" name="椭圆 19"/>
          <p:cNvSpPr/>
          <p:nvPr>
            <p:custDataLst>
              <p:tags r:id="rId12"/>
            </p:custDataLst>
          </p:nvPr>
        </p:nvSpPr>
        <p:spPr>
          <a:xfrm>
            <a:off x="702760" y="4991015"/>
            <a:ext cx="321279" cy="321279"/>
          </a:xfrm>
          <a:prstGeom prst="ellipse">
            <a:avLst/>
          </a:prstGeom>
          <a:solidFill>
            <a:schemeClr val="accent1"/>
          </a:solidFill>
          <a:effectLst/>
        </p:spPr>
        <p:txBody>
          <a:bodyPr wrap="none" lIns="0" tIns="0" rIns="0" bIns="0" rtlCol="0" anchor="ctr" anchorCtr="0">
            <a:normAutofit lnSpcReduction="10000"/>
          </a:bodyPr>
          <a:p>
            <a:pPr algn="ctr">
              <a:spcBef>
                <a:spcPct val="0"/>
              </a:spcBef>
              <a:spcAft>
                <a:spcPct val="0"/>
              </a:spcAft>
            </a:pPr>
            <a:r>
              <a:rPr lang="en-US" altLang="zh-CN" sz="1400" b="1">
                <a:solidFill>
                  <a:srgbClr val="FFFFFF"/>
                </a:solidFill>
                <a:latin typeface="+mn-ea"/>
                <a:cs typeface="+mn-ea"/>
              </a:rPr>
              <a:t>03</a:t>
            </a:r>
            <a:endParaRPr lang="zh-CN" altLang="en-US" sz="1400" b="1">
              <a:solidFill>
                <a:srgbClr val="FFFFFF"/>
              </a:solidFill>
              <a:latin typeface="+mn-ea"/>
              <a:cs typeface="+mn-ea"/>
            </a:endParaRPr>
          </a:p>
        </p:txBody>
      </p:sp>
    </p:spTree>
    <p:custDataLst>
      <p:tags r:id="rId1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教育领域认知革命</a:t>
            </a:r>
            <a:endParaRPr lang="zh-CN" altLang="en-US"/>
          </a:p>
        </p:txBody>
      </p:sp>
      <p:sp>
        <p:nvSpPr>
          <p:cNvPr id="7" name="椭圆 6"/>
          <p:cNvSpPr/>
          <p:nvPr>
            <p:custDataLst>
              <p:tags r:id="rId2"/>
            </p:custDataLst>
          </p:nvPr>
        </p:nvSpPr>
        <p:spPr>
          <a:xfrm rot="10800000">
            <a:off x="5945340" y="2719313"/>
            <a:ext cx="1887967" cy="1887967"/>
          </a:xfrm>
          <a:prstGeom prst="ellipse">
            <a:avLst/>
          </a:prstGeom>
          <a:solidFill>
            <a:schemeClr val="accent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dirty="0"/>
          </a:p>
        </p:txBody>
      </p:sp>
      <p:sp>
        <p:nvSpPr>
          <p:cNvPr id="9" name="椭圆 8"/>
          <p:cNvSpPr/>
          <p:nvPr>
            <p:custDataLst>
              <p:tags r:id="rId3"/>
            </p:custDataLst>
          </p:nvPr>
        </p:nvSpPr>
        <p:spPr>
          <a:xfrm rot="10800000">
            <a:off x="4359016" y="2719313"/>
            <a:ext cx="1887967" cy="1887967"/>
          </a:xfrm>
          <a:prstGeom prst="ellipse">
            <a:avLst/>
          </a:prstGeom>
          <a:solidFill>
            <a:schemeClr val="accent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矩形 12"/>
          <p:cNvSpPr/>
          <p:nvPr>
            <p:custDataLst>
              <p:tags r:id="rId4"/>
            </p:custDataLst>
          </p:nvPr>
        </p:nvSpPr>
        <p:spPr>
          <a:xfrm>
            <a:off x="8232746" y="2561189"/>
            <a:ext cx="3198050" cy="3275525"/>
          </a:xfrm>
          <a:prstGeom prst="rect">
            <a:avLst/>
          </a:prstGeom>
        </p:spPr>
        <p:txBody>
          <a:bodyPr wrap="square" lIns="0" tIns="0" rIns="0" bIns="0">
            <a:noAutofit/>
          </a:bodyPr>
          <a:p>
            <a:pPr>
              <a:lnSpc>
                <a:spcPct val="150000"/>
              </a:lnSpc>
              <a:spcBef>
                <a:spcPct val="0"/>
              </a:spcBef>
              <a:spcAft>
                <a:spcPct val="0"/>
              </a:spcAft>
            </a:pPr>
            <a:r>
              <a:rPr lang="zh-CN" altLang="en-US" sz="1400" dirty="0">
                <a:solidFill>
                  <a:schemeClr val="tx1">
                    <a:lumMod val="85000"/>
                    <a:lumOff val="15000"/>
                  </a:schemeClr>
                </a:solidFill>
                <a:latin typeface="+mn-ea"/>
                <a:cs typeface="+mn-ea"/>
              </a:rPr>
              <a:t>DeepSeek模型能够根据学生的学习情况和特点，提供个性化的学习方案和辅导，满足不同学生的需求，提高学习效果。</a:t>
            </a:r>
            <a:endParaRPr lang="zh-CN" altLang="en-US" sz="1400" dirty="0">
              <a:solidFill>
                <a:schemeClr val="tx1">
                  <a:lumMod val="85000"/>
                  <a:lumOff val="15000"/>
                </a:schemeClr>
              </a:solidFill>
              <a:latin typeface="+mn-ea"/>
              <a:cs typeface="+mn-ea"/>
            </a:endParaRPr>
          </a:p>
          <a:p>
            <a:pPr>
              <a:lnSpc>
                <a:spcPct val="150000"/>
              </a:lnSpc>
              <a:spcBef>
                <a:spcPct val="0"/>
              </a:spcBef>
              <a:spcAft>
                <a:spcPct val="0"/>
              </a:spcAft>
            </a:pPr>
            <a:r>
              <a:rPr lang="zh-CN" altLang="en-US" sz="1400" dirty="0">
                <a:solidFill>
                  <a:schemeClr val="tx1">
                    <a:lumMod val="85000"/>
                    <a:lumOff val="15000"/>
                  </a:schemeClr>
                </a:solidFill>
                <a:latin typeface="+mn-ea"/>
                <a:cs typeface="+mn-ea"/>
              </a:rPr>
              <a:t>通过AI技术，打破地域限制，让偏远地区的学生也能享受到优质的教育资源，缩小城乡教育差距，促进教育公平的实现。</a:t>
            </a:r>
            <a:endParaRPr lang="zh-CN" altLang="en-US" sz="1400" dirty="0">
              <a:solidFill>
                <a:schemeClr val="tx1">
                  <a:lumMod val="85000"/>
                  <a:lumOff val="15000"/>
                </a:schemeClr>
              </a:solidFill>
              <a:latin typeface="+mn-ea"/>
              <a:cs typeface="+mn-ea"/>
            </a:endParaRPr>
          </a:p>
        </p:txBody>
      </p:sp>
      <p:sp>
        <p:nvSpPr>
          <p:cNvPr id="14" name="矩形 13"/>
          <p:cNvSpPr/>
          <p:nvPr>
            <p:custDataLst>
              <p:tags r:id="rId5"/>
            </p:custDataLst>
          </p:nvPr>
        </p:nvSpPr>
        <p:spPr>
          <a:xfrm>
            <a:off x="8232746" y="2102056"/>
            <a:ext cx="3198685" cy="368322"/>
          </a:xfrm>
          <a:prstGeom prst="rect">
            <a:avLst/>
          </a:prstGeom>
          <a:noFill/>
        </p:spPr>
        <p:txBody>
          <a:bodyPr wrap="square" lIns="0" tIns="0" rIns="0" bIns="0" rtlCol="0" anchor="b" anchorCtr="0">
            <a:noAutofit/>
          </a:bodyPr>
          <a:p>
            <a:pPr>
              <a:spcBef>
                <a:spcPct val="0"/>
              </a:spcBef>
              <a:spcAft>
                <a:spcPct val="0"/>
              </a:spcAft>
            </a:pPr>
            <a:r>
              <a:rPr lang="zh-CN" altLang="en-US" sz="2000" b="1" kern="0" dirty="0">
                <a:solidFill>
                  <a:schemeClr val="accent1"/>
                </a:solidFill>
                <a:latin typeface="+mn-ea"/>
                <a:cs typeface="+mn-ea"/>
              </a:rPr>
              <a:t>个性化学习体验</a:t>
            </a:r>
            <a:endParaRPr lang="zh-CN" altLang="en-US" sz="2000" b="1" kern="0" dirty="0">
              <a:solidFill>
                <a:schemeClr val="accent1"/>
              </a:solidFill>
              <a:latin typeface="+mn-ea"/>
              <a:cs typeface="+mn-ea"/>
            </a:endParaRPr>
          </a:p>
        </p:txBody>
      </p:sp>
      <p:sp>
        <p:nvSpPr>
          <p:cNvPr id="15" name="矩形 14"/>
          <p:cNvSpPr/>
          <p:nvPr>
            <p:custDataLst>
              <p:tags r:id="rId6"/>
            </p:custDataLst>
          </p:nvPr>
        </p:nvSpPr>
        <p:spPr>
          <a:xfrm>
            <a:off x="758987" y="2561189"/>
            <a:ext cx="3198050" cy="3275525"/>
          </a:xfrm>
          <a:prstGeom prst="rect">
            <a:avLst/>
          </a:prstGeom>
        </p:spPr>
        <p:txBody>
          <a:bodyPr wrap="square" lIns="0" tIns="0" rIns="0" bIns="0">
            <a:noAutofit/>
          </a:bodyPr>
          <a:p>
            <a:pPr algn="r">
              <a:lnSpc>
                <a:spcPct val="150000"/>
              </a:lnSpc>
              <a:spcBef>
                <a:spcPct val="0"/>
              </a:spcBef>
              <a:spcAft>
                <a:spcPct val="0"/>
              </a:spcAft>
            </a:pPr>
            <a:r>
              <a:rPr lang="zh-CN" altLang="en-US" sz="1400" dirty="0">
                <a:solidFill>
                  <a:schemeClr val="tx1">
                    <a:lumMod val="85000"/>
                    <a:lumOff val="15000"/>
                  </a:schemeClr>
                </a:solidFill>
                <a:latin typeface="+mn-ea"/>
                <a:cs typeface="+mn-ea"/>
              </a:rPr>
              <a:t>科大讯飞在教育场景接入DeepSeek - Math模型，推出AI数学辅导应用“星火助学”，使偏远地区学生获得顶尖教育资源，升学率提升40%。</a:t>
            </a:r>
            <a:endParaRPr lang="zh-CN" altLang="en-US" sz="1400" dirty="0">
              <a:solidFill>
                <a:schemeClr val="tx1">
                  <a:lumMod val="85000"/>
                  <a:lumOff val="15000"/>
                </a:schemeClr>
              </a:solidFill>
              <a:latin typeface="+mn-ea"/>
              <a:cs typeface="+mn-ea"/>
            </a:endParaRPr>
          </a:p>
        </p:txBody>
      </p:sp>
      <p:sp>
        <p:nvSpPr>
          <p:cNvPr id="19" name="矩形 18"/>
          <p:cNvSpPr/>
          <p:nvPr>
            <p:custDataLst>
              <p:tags r:id="rId7"/>
            </p:custDataLst>
          </p:nvPr>
        </p:nvSpPr>
        <p:spPr>
          <a:xfrm>
            <a:off x="758987" y="2102056"/>
            <a:ext cx="3197415" cy="368322"/>
          </a:xfrm>
          <a:prstGeom prst="rect">
            <a:avLst/>
          </a:prstGeom>
          <a:noFill/>
        </p:spPr>
        <p:txBody>
          <a:bodyPr wrap="square" lIns="0" tIns="0" rIns="0" bIns="0" rtlCol="0" anchor="b" anchorCtr="0">
            <a:noAutofit/>
          </a:bodyPr>
          <a:p>
            <a:pPr algn="r">
              <a:spcBef>
                <a:spcPct val="0"/>
              </a:spcBef>
              <a:spcAft>
                <a:spcPct val="0"/>
              </a:spcAft>
            </a:pPr>
            <a:r>
              <a:rPr lang="zh-CN" altLang="en-US" sz="2000" b="1" kern="0">
                <a:solidFill>
                  <a:schemeClr val="accent1"/>
                </a:solidFill>
                <a:latin typeface="+mn-ea"/>
                <a:cs typeface="+mn-ea"/>
              </a:rPr>
              <a:t>AI数学辅导应用的作用</a:t>
            </a:r>
            <a:endParaRPr lang="zh-CN" altLang="en-US" sz="2000" b="1" kern="0">
              <a:solidFill>
                <a:schemeClr val="accent1"/>
              </a:solidFill>
              <a:latin typeface="+mn-ea"/>
              <a:cs typeface="+mn-ea"/>
            </a:endParaRPr>
          </a:p>
        </p:txBody>
      </p:sp>
      <p:pic>
        <p:nvPicPr>
          <p:cNvPr id="20" name="图片 3" descr="343439383331313b343532303031393bd2b5bca8b9dcc0ed"/>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5105185" y="3465483"/>
            <a:ext cx="396024" cy="396024"/>
          </a:xfrm>
          <a:prstGeom prst="rect">
            <a:avLst/>
          </a:prstGeom>
        </p:spPr>
      </p:pic>
      <p:pic>
        <p:nvPicPr>
          <p:cNvPr id="21" name="图片 4" descr="343439383331313b343532303032303bb8f6c8cbd0c5cfa2"/>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6694685" y="3468658"/>
            <a:ext cx="388822" cy="388822"/>
          </a:xfrm>
          <a:prstGeom prst="rect">
            <a:avLst/>
          </a:prstGeom>
        </p:spPr>
      </p:pic>
    </p:spTree>
    <p:custDataLst>
      <p:tags r:id="rId1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idx="2"/>
            <p:custDataLst>
              <p:tags r:id="rId1"/>
            </p:custDataLst>
          </p:nvPr>
        </p:nvSpPr>
        <p:spPr>
          <a:xfrm>
            <a:off x="1828800" y="3004185"/>
            <a:ext cx="2649220" cy="1208405"/>
          </a:xfrm>
        </p:spPr>
        <p:txBody>
          <a:bodyPr/>
          <a:lstStyle/>
          <a:p>
            <a:r>
              <a:rPr lang="zh-CN" altLang="en-US" dirty="0"/>
              <a:t>03</a:t>
            </a:r>
            <a:endParaRPr lang="zh-CN" altLang="en-US" dirty="0"/>
          </a:p>
        </p:txBody>
      </p:sp>
      <p:sp>
        <p:nvSpPr>
          <p:cNvPr id="8" name="标题 7"/>
          <p:cNvSpPr>
            <a:spLocks noGrp="1"/>
          </p:cNvSpPr>
          <p:nvPr>
            <p:ph type="title" idx="1"/>
            <p:custDataLst>
              <p:tags r:id="rId2"/>
            </p:custDataLst>
          </p:nvPr>
        </p:nvSpPr>
        <p:spPr>
          <a:xfrm>
            <a:off x="6732905" y="2092325"/>
            <a:ext cx="5005070" cy="1684020"/>
          </a:xfrm>
        </p:spPr>
        <p:txBody>
          <a:bodyPr/>
          <a:lstStyle/>
          <a:p>
            <a:r>
              <a:rPr lang="zh-CN" altLang="en-US" dirty="0"/>
              <a:t>产业生态重构路径</a:t>
            </a:r>
            <a:endParaRPr lang="zh-CN" altLang="en-US" dirty="0"/>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算力基础设施重构</a:t>
            </a:r>
            <a:endParaRPr lang="zh-CN" altLang="en-US"/>
          </a:p>
        </p:txBody>
      </p:sp>
      <p:sp>
        <p:nvSpPr>
          <p:cNvPr id="2" name="矩形 1"/>
          <p:cNvSpPr/>
          <p:nvPr>
            <p:custDataLst>
              <p:tags r:id="rId2"/>
            </p:custDataLst>
          </p:nvPr>
        </p:nvSpPr>
        <p:spPr>
          <a:xfrm>
            <a:off x="2146395" y="1944963"/>
            <a:ext cx="8999550" cy="1789340"/>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a:solidFill>
                  <a:schemeClr val="tx1">
                    <a:lumMod val="85000"/>
                    <a:lumOff val="15000"/>
                  </a:schemeClr>
                </a:solidFill>
                <a:latin typeface="+mn-ea"/>
                <a:cs typeface="+mn-ea"/>
                <a:sym typeface="+mn-ea"/>
              </a:rPr>
              <a:t>中科曙光承建DeepSeek杭州训练中心的液冷系统，通过该系统的创新应用，能够有效提升算力效率，降低能耗，为将PUE值降低至1.1以下提供了有力支持。</a:t>
            </a:r>
            <a:endParaRPr lang="zh-CN" altLang="en-US">
              <a:solidFill>
                <a:schemeClr val="tx1">
                  <a:lumMod val="85000"/>
                  <a:lumOff val="15000"/>
                </a:schemeClr>
              </a:solidFill>
              <a:latin typeface="+mn-ea"/>
              <a:cs typeface="+mn-ea"/>
              <a:sym typeface="+mn-ea"/>
            </a:endParaRPr>
          </a:p>
        </p:txBody>
      </p:sp>
      <p:sp>
        <p:nvSpPr>
          <p:cNvPr id="3" name="矩形 2"/>
          <p:cNvSpPr/>
          <p:nvPr>
            <p:custDataLst>
              <p:tags r:id="rId3"/>
            </p:custDataLst>
          </p:nvPr>
        </p:nvSpPr>
        <p:spPr>
          <a:xfrm>
            <a:off x="2146395" y="1475721"/>
            <a:ext cx="8999549" cy="461719"/>
          </a:xfrm>
          <a:prstGeom prst="rect">
            <a:avLst/>
          </a:prstGeom>
          <a:noFill/>
        </p:spPr>
        <p:txBody>
          <a:bodyPr wrap="square" lIns="0" tIns="0" rIns="0" bIns="0" rtlCol="0" anchor="ctr" anchorCtr="0">
            <a:noAutofit/>
          </a:bodyPr>
          <a:p>
            <a:pPr algn="just">
              <a:spcBef>
                <a:spcPct val="0"/>
              </a:spcBef>
              <a:spcAft>
                <a:spcPct val="0"/>
              </a:spcAft>
            </a:pPr>
            <a:r>
              <a:rPr lang="zh-CN" altLang="en-US" sz="2200" b="1">
                <a:solidFill>
                  <a:schemeClr val="accent1"/>
                </a:solidFill>
                <a:latin typeface="+mn-ea"/>
                <a:cs typeface="+mn-ea"/>
                <a:sym typeface="+mn-ea"/>
              </a:rPr>
              <a:t>液冷系统的创新应用</a:t>
            </a:r>
            <a:endParaRPr lang="zh-CN" altLang="en-US" sz="2200" b="1">
              <a:solidFill>
                <a:schemeClr val="accent1"/>
              </a:solidFill>
              <a:latin typeface="+mn-ea"/>
              <a:cs typeface="+mn-ea"/>
              <a:sym typeface="+mn-ea"/>
            </a:endParaRPr>
          </a:p>
        </p:txBody>
      </p:sp>
      <p:sp>
        <p:nvSpPr>
          <p:cNvPr id="14" name="矩形 13"/>
          <p:cNvSpPr/>
          <p:nvPr>
            <p:custDataLst>
              <p:tags r:id="rId4"/>
            </p:custDataLst>
          </p:nvPr>
        </p:nvSpPr>
        <p:spPr>
          <a:xfrm>
            <a:off x="1246646" y="1542393"/>
            <a:ext cx="579571" cy="579571"/>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en-US" altLang="zh-CN" sz="2400">
                <a:solidFill>
                  <a:schemeClr val="lt1">
                    <a:lumMod val="100000"/>
                  </a:schemeClr>
                </a:solidFill>
                <a:latin typeface="+mn-ea"/>
                <a:cs typeface="+mn-ea"/>
                <a:sym typeface="+mn-ea"/>
              </a:rPr>
              <a:t>01</a:t>
            </a:r>
            <a:endParaRPr lang="zh-CN" altLang="en-US" sz="2400">
              <a:solidFill>
                <a:schemeClr val="lt1">
                  <a:lumMod val="100000"/>
                </a:schemeClr>
              </a:solidFill>
              <a:latin typeface="+mn-ea"/>
              <a:cs typeface="+mn-ea"/>
              <a:sym typeface="+mn-ea"/>
            </a:endParaRPr>
          </a:p>
        </p:txBody>
      </p:sp>
      <p:sp>
        <p:nvSpPr>
          <p:cNvPr id="15" name="矩形 14"/>
          <p:cNvSpPr/>
          <p:nvPr>
            <p:custDataLst>
              <p:tags r:id="rId5"/>
            </p:custDataLst>
          </p:nvPr>
        </p:nvSpPr>
        <p:spPr>
          <a:xfrm>
            <a:off x="2145761" y="4412449"/>
            <a:ext cx="8999549" cy="1789340"/>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a:solidFill>
                  <a:schemeClr val="tx1">
                    <a:lumMod val="85000"/>
                    <a:lumOff val="15000"/>
                  </a:schemeClr>
                </a:solidFill>
                <a:latin typeface="+mn-ea"/>
                <a:cs typeface="+mn-ea"/>
                <a:sym typeface="+mn-ea"/>
              </a:rPr>
              <a:t>润泽科技为DeepSeek提供廊坊数据中心3000 + 机柜资源，并采用间接蒸发冷却技术，该技术在实际应用中可降低运营成本，助力实现PUE值降至1.1以下的目标。</a:t>
            </a:r>
            <a:endParaRPr lang="zh-CN" altLang="en-US">
              <a:solidFill>
                <a:schemeClr val="tx1">
                  <a:lumMod val="85000"/>
                  <a:lumOff val="15000"/>
                </a:schemeClr>
              </a:solidFill>
              <a:latin typeface="+mn-ea"/>
              <a:cs typeface="+mn-ea"/>
              <a:sym typeface="+mn-ea"/>
            </a:endParaRPr>
          </a:p>
        </p:txBody>
      </p:sp>
      <p:sp>
        <p:nvSpPr>
          <p:cNvPr id="16" name="矩形 15"/>
          <p:cNvSpPr/>
          <p:nvPr>
            <p:custDataLst>
              <p:tags r:id="rId6"/>
            </p:custDataLst>
          </p:nvPr>
        </p:nvSpPr>
        <p:spPr>
          <a:xfrm>
            <a:off x="2145761" y="3943208"/>
            <a:ext cx="8999549" cy="461719"/>
          </a:xfrm>
          <a:prstGeom prst="rect">
            <a:avLst/>
          </a:prstGeom>
          <a:noFill/>
        </p:spPr>
        <p:txBody>
          <a:bodyPr wrap="square" lIns="0" tIns="0" rIns="0" bIns="0" rtlCol="0" anchor="ctr" anchorCtr="0">
            <a:noAutofit/>
          </a:bodyPr>
          <a:p>
            <a:pPr algn="just">
              <a:spcBef>
                <a:spcPct val="0"/>
              </a:spcBef>
              <a:spcAft>
                <a:spcPct val="0"/>
              </a:spcAft>
            </a:pPr>
            <a:r>
              <a:rPr lang="zh-CN" altLang="en-US" sz="2200" b="1">
                <a:solidFill>
                  <a:schemeClr val="accent1"/>
                </a:solidFill>
                <a:latin typeface="+mn-ea"/>
                <a:cs typeface="+mn-ea"/>
                <a:sym typeface="+mn-ea"/>
              </a:rPr>
              <a:t>间接蒸发冷却技术的实践</a:t>
            </a:r>
            <a:endParaRPr lang="zh-CN" altLang="en-US" sz="2200" b="1">
              <a:solidFill>
                <a:schemeClr val="accent1"/>
              </a:solidFill>
              <a:latin typeface="+mn-ea"/>
              <a:cs typeface="+mn-ea"/>
              <a:sym typeface="+mn-ea"/>
            </a:endParaRPr>
          </a:p>
        </p:txBody>
      </p:sp>
      <p:sp>
        <p:nvSpPr>
          <p:cNvPr id="17" name="矩形 16"/>
          <p:cNvSpPr/>
          <p:nvPr>
            <p:custDataLst>
              <p:tags r:id="rId7"/>
            </p:custDataLst>
          </p:nvPr>
        </p:nvSpPr>
        <p:spPr>
          <a:xfrm>
            <a:off x="1246011" y="4009879"/>
            <a:ext cx="579571" cy="579571"/>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en-US" altLang="zh-CN" sz="2400">
                <a:solidFill>
                  <a:schemeClr val="lt1">
                    <a:lumMod val="100000"/>
                  </a:schemeClr>
                </a:solidFill>
                <a:latin typeface="+mn-ea"/>
                <a:cs typeface="+mn-ea"/>
                <a:sym typeface="+mn-ea"/>
              </a:rPr>
              <a:t>02</a:t>
            </a:r>
            <a:endParaRPr lang="zh-CN" altLang="en-US" sz="2400">
              <a:solidFill>
                <a:schemeClr val="lt1">
                  <a:lumMod val="100000"/>
                </a:schemeClr>
              </a:solidFill>
              <a:latin typeface="+mn-ea"/>
              <a:cs typeface="+mn-ea"/>
              <a:sym typeface="+mn-ea"/>
            </a:endParaRPr>
          </a:p>
        </p:txBody>
      </p:sp>
    </p:spTree>
    <p:custDataLst>
      <p:tags r:id="rId8"/>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数据要素价值释放</a:t>
            </a:r>
            <a:endParaRPr lang="zh-CN" altLang="en-US"/>
          </a:p>
        </p:txBody>
      </p:sp>
      <p:sp>
        <p:nvSpPr>
          <p:cNvPr id="11" name="Freeform 10"/>
          <p:cNvSpPr>
            <a:spLocks noEditPoints="1"/>
          </p:cNvSpPr>
          <p:nvPr>
            <p:custDataLst>
              <p:tags r:id="rId2"/>
            </p:custDataLst>
          </p:nvPr>
        </p:nvSpPr>
        <p:spPr bwMode="auto">
          <a:xfrm>
            <a:off x="2971165" y="3691890"/>
            <a:ext cx="2248535" cy="2240915"/>
          </a:xfrm>
          <a:custGeom>
            <a:avLst/>
            <a:gdLst>
              <a:gd name="T0" fmla="*/ 109 w 615"/>
              <a:gd name="T1" fmla="*/ 156 h 613"/>
              <a:gd name="T2" fmla="*/ 50 w 615"/>
              <a:gd name="T3" fmla="*/ 137 h 613"/>
              <a:gd name="T4" fmla="*/ 70 w 615"/>
              <a:gd name="T5" fmla="*/ 231 h 613"/>
              <a:gd name="T6" fmla="*/ 59 w 615"/>
              <a:gd name="T7" fmla="*/ 270 h 613"/>
              <a:gd name="T8" fmla="*/ 1 w 615"/>
              <a:gd name="T9" fmla="*/ 344 h 613"/>
              <a:gd name="T10" fmla="*/ 73 w 615"/>
              <a:gd name="T11" fmla="*/ 393 h 613"/>
              <a:gd name="T12" fmla="*/ 26 w 615"/>
              <a:gd name="T13" fmla="*/ 432 h 613"/>
              <a:gd name="T14" fmla="*/ 116 w 615"/>
              <a:gd name="T15" fmla="*/ 466 h 613"/>
              <a:gd name="T16" fmla="*/ 144 w 615"/>
              <a:gd name="T17" fmla="*/ 496 h 613"/>
              <a:gd name="T18" fmla="*/ 175 w 615"/>
              <a:gd name="T19" fmla="*/ 583 h 613"/>
              <a:gd name="T20" fmla="*/ 267 w 615"/>
              <a:gd name="T21" fmla="*/ 553 h 613"/>
              <a:gd name="T22" fmla="*/ 277 w 615"/>
              <a:gd name="T23" fmla="*/ 613 h 613"/>
              <a:gd name="T24" fmla="*/ 351 w 615"/>
              <a:gd name="T25" fmla="*/ 552 h 613"/>
              <a:gd name="T26" fmla="*/ 409 w 615"/>
              <a:gd name="T27" fmla="*/ 536 h 613"/>
              <a:gd name="T28" fmla="*/ 503 w 615"/>
              <a:gd name="T29" fmla="*/ 545 h 613"/>
              <a:gd name="T30" fmla="*/ 479 w 615"/>
              <a:gd name="T31" fmla="*/ 487 h 613"/>
              <a:gd name="T32" fmla="*/ 507 w 615"/>
              <a:gd name="T33" fmla="*/ 458 h 613"/>
              <a:gd name="T34" fmla="*/ 593 w 615"/>
              <a:gd name="T35" fmla="*/ 421 h 613"/>
              <a:gd name="T36" fmla="*/ 544 w 615"/>
              <a:gd name="T37" fmla="*/ 382 h 613"/>
              <a:gd name="T38" fmla="*/ 555 w 615"/>
              <a:gd name="T39" fmla="*/ 344 h 613"/>
              <a:gd name="T40" fmla="*/ 613 w 615"/>
              <a:gd name="T41" fmla="*/ 270 h 613"/>
              <a:gd name="T42" fmla="*/ 551 w 615"/>
              <a:gd name="T43" fmla="*/ 259 h 613"/>
              <a:gd name="T44" fmla="*/ 542 w 615"/>
              <a:gd name="T45" fmla="*/ 220 h 613"/>
              <a:gd name="T46" fmla="*/ 558 w 615"/>
              <a:gd name="T47" fmla="*/ 127 h 613"/>
              <a:gd name="T48" fmla="*/ 494 w 615"/>
              <a:gd name="T49" fmla="*/ 145 h 613"/>
              <a:gd name="T50" fmla="*/ 464 w 615"/>
              <a:gd name="T51" fmla="*/ 113 h 613"/>
              <a:gd name="T52" fmla="*/ 437 w 615"/>
              <a:gd name="T53" fmla="*/ 35 h 613"/>
              <a:gd name="T54" fmla="*/ 397 w 615"/>
              <a:gd name="T55" fmla="*/ 77 h 613"/>
              <a:gd name="T56" fmla="*/ 348 w 615"/>
              <a:gd name="T57" fmla="*/ 60 h 613"/>
              <a:gd name="T58" fmla="*/ 275 w 615"/>
              <a:gd name="T59" fmla="*/ 0 h 613"/>
              <a:gd name="T60" fmla="*/ 264 w 615"/>
              <a:gd name="T61" fmla="*/ 62 h 613"/>
              <a:gd name="T62" fmla="*/ 205 w 615"/>
              <a:gd name="T63" fmla="*/ 78 h 613"/>
              <a:gd name="T64" fmla="*/ 112 w 615"/>
              <a:gd name="T65" fmla="*/ 69 h 613"/>
              <a:gd name="T66" fmla="*/ 414 w 615"/>
              <a:gd name="T67" fmla="*/ 131 h 613"/>
              <a:gd name="T68" fmla="*/ 200 w 615"/>
              <a:gd name="T69" fmla="*/ 484 h 613"/>
              <a:gd name="T70" fmla="*/ 414 w 615"/>
              <a:gd name="T71" fmla="*/ 131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15" h="613">
                <a:moveTo>
                  <a:pt x="136" y="126"/>
                </a:moveTo>
                <a:cubicBezTo>
                  <a:pt x="126" y="135"/>
                  <a:pt x="117" y="145"/>
                  <a:pt x="109" y="156"/>
                </a:cubicBezTo>
                <a:cubicBezTo>
                  <a:pt x="108" y="155"/>
                  <a:pt x="108" y="155"/>
                  <a:pt x="108" y="155"/>
                </a:cubicBezTo>
                <a:cubicBezTo>
                  <a:pt x="50" y="137"/>
                  <a:pt x="50" y="137"/>
                  <a:pt x="50" y="137"/>
                </a:cubicBezTo>
                <a:cubicBezTo>
                  <a:pt x="21" y="192"/>
                  <a:pt x="21" y="192"/>
                  <a:pt x="21" y="192"/>
                </a:cubicBezTo>
                <a:cubicBezTo>
                  <a:pt x="70" y="231"/>
                  <a:pt x="70" y="231"/>
                  <a:pt x="70" y="231"/>
                </a:cubicBezTo>
                <a:cubicBezTo>
                  <a:pt x="66" y="244"/>
                  <a:pt x="63" y="257"/>
                  <a:pt x="61" y="270"/>
                </a:cubicBezTo>
                <a:cubicBezTo>
                  <a:pt x="59" y="270"/>
                  <a:pt x="59" y="270"/>
                  <a:pt x="59" y="270"/>
                </a:cubicBezTo>
                <a:cubicBezTo>
                  <a:pt x="0" y="281"/>
                  <a:pt x="0" y="281"/>
                  <a:pt x="0" y="281"/>
                </a:cubicBezTo>
                <a:cubicBezTo>
                  <a:pt x="1" y="344"/>
                  <a:pt x="1" y="344"/>
                  <a:pt x="1" y="344"/>
                </a:cubicBezTo>
                <a:cubicBezTo>
                  <a:pt x="62" y="354"/>
                  <a:pt x="62" y="354"/>
                  <a:pt x="62" y="354"/>
                </a:cubicBezTo>
                <a:cubicBezTo>
                  <a:pt x="65" y="367"/>
                  <a:pt x="69" y="380"/>
                  <a:pt x="73" y="393"/>
                </a:cubicBezTo>
                <a:cubicBezTo>
                  <a:pt x="72" y="394"/>
                  <a:pt x="72" y="394"/>
                  <a:pt x="72" y="394"/>
                </a:cubicBezTo>
                <a:cubicBezTo>
                  <a:pt x="26" y="432"/>
                  <a:pt x="26" y="432"/>
                  <a:pt x="26" y="432"/>
                </a:cubicBezTo>
                <a:cubicBezTo>
                  <a:pt x="57" y="486"/>
                  <a:pt x="57" y="486"/>
                  <a:pt x="57" y="486"/>
                </a:cubicBezTo>
                <a:cubicBezTo>
                  <a:pt x="116" y="466"/>
                  <a:pt x="116" y="466"/>
                  <a:pt x="116" y="466"/>
                </a:cubicBezTo>
                <a:cubicBezTo>
                  <a:pt x="124" y="477"/>
                  <a:pt x="128" y="483"/>
                  <a:pt x="144" y="495"/>
                </a:cubicBezTo>
                <a:cubicBezTo>
                  <a:pt x="144" y="496"/>
                  <a:pt x="144" y="496"/>
                  <a:pt x="144" y="496"/>
                </a:cubicBezTo>
                <a:cubicBezTo>
                  <a:pt x="122" y="551"/>
                  <a:pt x="122" y="551"/>
                  <a:pt x="122" y="551"/>
                </a:cubicBezTo>
                <a:cubicBezTo>
                  <a:pt x="175" y="583"/>
                  <a:pt x="175" y="583"/>
                  <a:pt x="175" y="583"/>
                </a:cubicBezTo>
                <a:cubicBezTo>
                  <a:pt x="216" y="538"/>
                  <a:pt x="216" y="538"/>
                  <a:pt x="216" y="538"/>
                </a:cubicBezTo>
                <a:cubicBezTo>
                  <a:pt x="233" y="545"/>
                  <a:pt x="249" y="550"/>
                  <a:pt x="267" y="553"/>
                </a:cubicBezTo>
                <a:cubicBezTo>
                  <a:pt x="266" y="554"/>
                  <a:pt x="266" y="554"/>
                  <a:pt x="266" y="554"/>
                </a:cubicBezTo>
                <a:cubicBezTo>
                  <a:pt x="277" y="613"/>
                  <a:pt x="277" y="613"/>
                  <a:pt x="277" y="613"/>
                </a:cubicBezTo>
                <a:cubicBezTo>
                  <a:pt x="339" y="613"/>
                  <a:pt x="339" y="613"/>
                  <a:pt x="339" y="613"/>
                </a:cubicBezTo>
                <a:cubicBezTo>
                  <a:pt x="351" y="552"/>
                  <a:pt x="351" y="552"/>
                  <a:pt x="351" y="552"/>
                </a:cubicBezTo>
                <a:cubicBezTo>
                  <a:pt x="371" y="549"/>
                  <a:pt x="390" y="543"/>
                  <a:pt x="409" y="534"/>
                </a:cubicBezTo>
                <a:cubicBezTo>
                  <a:pt x="409" y="536"/>
                  <a:pt x="409" y="536"/>
                  <a:pt x="409" y="536"/>
                </a:cubicBezTo>
                <a:cubicBezTo>
                  <a:pt x="451" y="579"/>
                  <a:pt x="451" y="579"/>
                  <a:pt x="451" y="579"/>
                </a:cubicBezTo>
                <a:cubicBezTo>
                  <a:pt x="503" y="545"/>
                  <a:pt x="503" y="545"/>
                  <a:pt x="503" y="545"/>
                </a:cubicBezTo>
                <a:cubicBezTo>
                  <a:pt x="479" y="487"/>
                  <a:pt x="479" y="487"/>
                  <a:pt x="479" y="487"/>
                </a:cubicBezTo>
                <a:cubicBezTo>
                  <a:pt x="479" y="487"/>
                  <a:pt x="479" y="487"/>
                  <a:pt x="479" y="487"/>
                </a:cubicBezTo>
                <a:cubicBezTo>
                  <a:pt x="488" y="478"/>
                  <a:pt x="497" y="468"/>
                  <a:pt x="506" y="458"/>
                </a:cubicBezTo>
                <a:cubicBezTo>
                  <a:pt x="507" y="458"/>
                  <a:pt x="507" y="458"/>
                  <a:pt x="507" y="458"/>
                </a:cubicBezTo>
                <a:cubicBezTo>
                  <a:pt x="565" y="477"/>
                  <a:pt x="565" y="477"/>
                  <a:pt x="565" y="477"/>
                </a:cubicBezTo>
                <a:cubicBezTo>
                  <a:pt x="593" y="421"/>
                  <a:pt x="593" y="421"/>
                  <a:pt x="593" y="421"/>
                </a:cubicBezTo>
                <a:cubicBezTo>
                  <a:pt x="545" y="382"/>
                  <a:pt x="545" y="382"/>
                  <a:pt x="545" y="382"/>
                </a:cubicBezTo>
                <a:cubicBezTo>
                  <a:pt x="544" y="382"/>
                  <a:pt x="544" y="382"/>
                  <a:pt x="544" y="382"/>
                </a:cubicBezTo>
                <a:cubicBezTo>
                  <a:pt x="548" y="370"/>
                  <a:pt x="551" y="357"/>
                  <a:pt x="553" y="344"/>
                </a:cubicBezTo>
                <a:cubicBezTo>
                  <a:pt x="555" y="344"/>
                  <a:pt x="555" y="344"/>
                  <a:pt x="555" y="344"/>
                </a:cubicBezTo>
                <a:cubicBezTo>
                  <a:pt x="615" y="332"/>
                  <a:pt x="615" y="332"/>
                  <a:pt x="615" y="332"/>
                </a:cubicBezTo>
                <a:cubicBezTo>
                  <a:pt x="613" y="270"/>
                  <a:pt x="613" y="270"/>
                  <a:pt x="613" y="270"/>
                </a:cubicBezTo>
                <a:cubicBezTo>
                  <a:pt x="552" y="259"/>
                  <a:pt x="552" y="259"/>
                  <a:pt x="552" y="259"/>
                </a:cubicBezTo>
                <a:cubicBezTo>
                  <a:pt x="551" y="259"/>
                  <a:pt x="551" y="259"/>
                  <a:pt x="551" y="259"/>
                </a:cubicBezTo>
                <a:cubicBezTo>
                  <a:pt x="548" y="246"/>
                  <a:pt x="545" y="233"/>
                  <a:pt x="540" y="221"/>
                </a:cubicBezTo>
                <a:cubicBezTo>
                  <a:pt x="542" y="220"/>
                  <a:pt x="542" y="220"/>
                  <a:pt x="542" y="220"/>
                </a:cubicBezTo>
                <a:cubicBezTo>
                  <a:pt x="589" y="181"/>
                  <a:pt x="589" y="181"/>
                  <a:pt x="589" y="181"/>
                </a:cubicBezTo>
                <a:cubicBezTo>
                  <a:pt x="558" y="127"/>
                  <a:pt x="558" y="127"/>
                  <a:pt x="558" y="127"/>
                </a:cubicBezTo>
                <a:cubicBezTo>
                  <a:pt x="499" y="147"/>
                  <a:pt x="499" y="147"/>
                  <a:pt x="499" y="147"/>
                </a:cubicBezTo>
                <a:cubicBezTo>
                  <a:pt x="494" y="145"/>
                  <a:pt x="494" y="145"/>
                  <a:pt x="494" y="145"/>
                </a:cubicBezTo>
                <a:cubicBezTo>
                  <a:pt x="486" y="135"/>
                  <a:pt x="479" y="127"/>
                  <a:pt x="463" y="115"/>
                </a:cubicBezTo>
                <a:cubicBezTo>
                  <a:pt x="464" y="113"/>
                  <a:pt x="464" y="113"/>
                  <a:pt x="464" y="113"/>
                </a:cubicBezTo>
                <a:cubicBezTo>
                  <a:pt x="490" y="68"/>
                  <a:pt x="490" y="68"/>
                  <a:pt x="490" y="68"/>
                </a:cubicBezTo>
                <a:cubicBezTo>
                  <a:pt x="437" y="35"/>
                  <a:pt x="437" y="35"/>
                  <a:pt x="437" y="35"/>
                </a:cubicBezTo>
                <a:cubicBezTo>
                  <a:pt x="396" y="78"/>
                  <a:pt x="396" y="78"/>
                  <a:pt x="396" y="78"/>
                </a:cubicBezTo>
                <a:cubicBezTo>
                  <a:pt x="397" y="77"/>
                  <a:pt x="397" y="77"/>
                  <a:pt x="397" y="77"/>
                </a:cubicBezTo>
                <a:cubicBezTo>
                  <a:pt x="381" y="71"/>
                  <a:pt x="365" y="65"/>
                  <a:pt x="348" y="62"/>
                </a:cubicBezTo>
                <a:cubicBezTo>
                  <a:pt x="348" y="60"/>
                  <a:pt x="348" y="60"/>
                  <a:pt x="348" y="60"/>
                </a:cubicBezTo>
                <a:cubicBezTo>
                  <a:pt x="337" y="0"/>
                  <a:pt x="337" y="0"/>
                  <a:pt x="337" y="0"/>
                </a:cubicBezTo>
                <a:cubicBezTo>
                  <a:pt x="275" y="0"/>
                  <a:pt x="275" y="0"/>
                  <a:pt x="275" y="0"/>
                </a:cubicBezTo>
                <a:cubicBezTo>
                  <a:pt x="264" y="62"/>
                  <a:pt x="264" y="62"/>
                  <a:pt x="264" y="62"/>
                </a:cubicBezTo>
                <a:cubicBezTo>
                  <a:pt x="264" y="62"/>
                  <a:pt x="264" y="62"/>
                  <a:pt x="264" y="62"/>
                </a:cubicBezTo>
                <a:cubicBezTo>
                  <a:pt x="244" y="66"/>
                  <a:pt x="225" y="71"/>
                  <a:pt x="206" y="79"/>
                </a:cubicBezTo>
                <a:cubicBezTo>
                  <a:pt x="205" y="78"/>
                  <a:pt x="205" y="78"/>
                  <a:pt x="205" y="78"/>
                </a:cubicBezTo>
                <a:cubicBezTo>
                  <a:pt x="163" y="34"/>
                  <a:pt x="163" y="34"/>
                  <a:pt x="163" y="34"/>
                </a:cubicBezTo>
                <a:cubicBezTo>
                  <a:pt x="112" y="69"/>
                  <a:pt x="112" y="69"/>
                  <a:pt x="112" y="69"/>
                </a:cubicBezTo>
                <a:cubicBezTo>
                  <a:pt x="136" y="126"/>
                  <a:pt x="136" y="126"/>
                  <a:pt x="136" y="126"/>
                </a:cubicBezTo>
                <a:close/>
                <a:moveTo>
                  <a:pt x="414" y="131"/>
                </a:moveTo>
                <a:cubicBezTo>
                  <a:pt x="512" y="190"/>
                  <a:pt x="543" y="317"/>
                  <a:pt x="483" y="414"/>
                </a:cubicBezTo>
                <a:cubicBezTo>
                  <a:pt x="424" y="512"/>
                  <a:pt x="297" y="543"/>
                  <a:pt x="200" y="484"/>
                </a:cubicBezTo>
                <a:cubicBezTo>
                  <a:pt x="102" y="425"/>
                  <a:pt x="71" y="298"/>
                  <a:pt x="130" y="200"/>
                </a:cubicBezTo>
                <a:cubicBezTo>
                  <a:pt x="189" y="102"/>
                  <a:pt x="317" y="71"/>
                  <a:pt x="414" y="131"/>
                </a:cubicBezTo>
                <a:close/>
              </a:path>
            </a:pathLst>
          </a:custGeom>
          <a:solidFill>
            <a:schemeClr val="accent1"/>
          </a:solidFill>
          <a:ln>
            <a:noFill/>
          </a:ln>
        </p:spPr>
        <p:txBody>
          <a:bodyPr vert="horz" wrap="square" lIns="91440" tIns="45720" rIns="91440" bIns="45720" numCol="1" anchor="t" anchorCtr="0" compatLnSpc="1"/>
          <a:lstStyle/>
          <a:p>
            <a:endParaRPr lang="en-US">
              <a:solidFill>
                <a:schemeClr val="accent1"/>
              </a:solidFill>
            </a:endParaRPr>
          </a:p>
        </p:txBody>
      </p:sp>
      <p:sp>
        <p:nvSpPr>
          <p:cNvPr id="6" name="环形箭头 5"/>
          <p:cNvSpPr/>
          <p:nvPr>
            <p:custDataLst>
              <p:tags r:id="rId3"/>
            </p:custDataLst>
          </p:nvPr>
        </p:nvSpPr>
        <p:spPr>
          <a:xfrm>
            <a:off x="2170430" y="1423670"/>
            <a:ext cx="2428240" cy="2428240"/>
          </a:xfrm>
          <a:prstGeom prst="circularArrow">
            <a:avLst>
              <a:gd name="adj1" fmla="val 5781"/>
              <a:gd name="adj2" fmla="val 579983"/>
              <a:gd name="adj3" fmla="val 15894856"/>
              <a:gd name="adj4" fmla="val 11562717"/>
              <a:gd name="adj5" fmla="val 5674"/>
            </a:avLst>
          </a:prstGeom>
          <a:solidFill>
            <a:schemeClr val="accent1">
              <a:alpha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5" name="Freeform 15"/>
          <p:cNvSpPr>
            <a:spLocks noEditPoints="1"/>
          </p:cNvSpPr>
          <p:nvPr>
            <p:custDataLst>
              <p:tags r:id="rId4"/>
            </p:custDataLst>
          </p:nvPr>
        </p:nvSpPr>
        <p:spPr bwMode="auto">
          <a:xfrm>
            <a:off x="2626995" y="1881505"/>
            <a:ext cx="1514475" cy="1514475"/>
          </a:xfrm>
          <a:custGeom>
            <a:avLst/>
            <a:gdLst>
              <a:gd name="T0" fmla="*/ 57 w 325"/>
              <a:gd name="T1" fmla="*/ 82 h 325"/>
              <a:gd name="T2" fmla="*/ 26 w 325"/>
              <a:gd name="T3" fmla="*/ 72 h 325"/>
              <a:gd name="T4" fmla="*/ 37 w 325"/>
              <a:gd name="T5" fmla="*/ 122 h 325"/>
              <a:gd name="T6" fmla="*/ 31 w 325"/>
              <a:gd name="T7" fmla="*/ 143 h 325"/>
              <a:gd name="T8" fmla="*/ 0 w 325"/>
              <a:gd name="T9" fmla="*/ 182 h 325"/>
              <a:gd name="T10" fmla="*/ 38 w 325"/>
              <a:gd name="T11" fmla="*/ 208 h 325"/>
              <a:gd name="T12" fmla="*/ 13 w 325"/>
              <a:gd name="T13" fmla="*/ 229 h 325"/>
              <a:gd name="T14" fmla="*/ 61 w 325"/>
              <a:gd name="T15" fmla="*/ 247 h 325"/>
              <a:gd name="T16" fmla="*/ 76 w 325"/>
              <a:gd name="T17" fmla="*/ 263 h 325"/>
              <a:gd name="T18" fmla="*/ 92 w 325"/>
              <a:gd name="T19" fmla="*/ 309 h 325"/>
              <a:gd name="T20" fmla="*/ 141 w 325"/>
              <a:gd name="T21" fmla="*/ 292 h 325"/>
              <a:gd name="T22" fmla="*/ 147 w 325"/>
              <a:gd name="T23" fmla="*/ 325 h 325"/>
              <a:gd name="T24" fmla="*/ 186 w 325"/>
              <a:gd name="T25" fmla="*/ 292 h 325"/>
              <a:gd name="T26" fmla="*/ 217 w 325"/>
              <a:gd name="T27" fmla="*/ 283 h 325"/>
              <a:gd name="T28" fmla="*/ 266 w 325"/>
              <a:gd name="T29" fmla="*/ 288 h 325"/>
              <a:gd name="T30" fmla="*/ 253 w 325"/>
              <a:gd name="T31" fmla="*/ 258 h 325"/>
              <a:gd name="T32" fmla="*/ 268 w 325"/>
              <a:gd name="T33" fmla="*/ 242 h 325"/>
              <a:gd name="T34" fmla="*/ 314 w 325"/>
              <a:gd name="T35" fmla="*/ 223 h 325"/>
              <a:gd name="T36" fmla="*/ 288 w 325"/>
              <a:gd name="T37" fmla="*/ 202 h 325"/>
              <a:gd name="T38" fmla="*/ 294 w 325"/>
              <a:gd name="T39" fmla="*/ 182 h 325"/>
              <a:gd name="T40" fmla="*/ 325 w 325"/>
              <a:gd name="T41" fmla="*/ 143 h 325"/>
              <a:gd name="T42" fmla="*/ 292 w 325"/>
              <a:gd name="T43" fmla="*/ 137 h 325"/>
              <a:gd name="T44" fmla="*/ 287 w 325"/>
              <a:gd name="T45" fmla="*/ 116 h 325"/>
              <a:gd name="T46" fmla="*/ 295 w 325"/>
              <a:gd name="T47" fmla="*/ 67 h 325"/>
              <a:gd name="T48" fmla="*/ 262 w 325"/>
              <a:gd name="T49" fmla="*/ 77 h 325"/>
              <a:gd name="T50" fmla="*/ 246 w 325"/>
              <a:gd name="T51" fmla="*/ 59 h 325"/>
              <a:gd name="T52" fmla="*/ 231 w 325"/>
              <a:gd name="T53" fmla="*/ 18 h 325"/>
              <a:gd name="T54" fmla="*/ 210 w 325"/>
              <a:gd name="T55" fmla="*/ 41 h 325"/>
              <a:gd name="T56" fmla="*/ 184 w 325"/>
              <a:gd name="T57" fmla="*/ 31 h 325"/>
              <a:gd name="T58" fmla="*/ 146 w 325"/>
              <a:gd name="T59" fmla="*/ 0 h 325"/>
              <a:gd name="T60" fmla="*/ 139 w 325"/>
              <a:gd name="T61" fmla="*/ 33 h 325"/>
              <a:gd name="T62" fmla="*/ 108 w 325"/>
              <a:gd name="T63" fmla="*/ 41 h 325"/>
              <a:gd name="T64" fmla="*/ 59 w 325"/>
              <a:gd name="T65" fmla="*/ 36 h 325"/>
              <a:gd name="T66" fmla="*/ 72 w 325"/>
              <a:gd name="T67" fmla="*/ 67 h 325"/>
              <a:gd name="T68" fmla="*/ 256 w 325"/>
              <a:gd name="T69" fmla="*/ 219 h 325"/>
              <a:gd name="T70" fmla="*/ 69 w 325"/>
              <a:gd name="T71" fmla="*/ 106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5" h="325">
                <a:moveTo>
                  <a:pt x="72" y="67"/>
                </a:moveTo>
                <a:cubicBezTo>
                  <a:pt x="67" y="71"/>
                  <a:pt x="62" y="77"/>
                  <a:pt x="57" y="82"/>
                </a:cubicBezTo>
                <a:cubicBezTo>
                  <a:pt x="57" y="82"/>
                  <a:pt x="57" y="82"/>
                  <a:pt x="57" y="82"/>
                </a:cubicBezTo>
                <a:cubicBezTo>
                  <a:pt x="26" y="72"/>
                  <a:pt x="26" y="72"/>
                  <a:pt x="26" y="72"/>
                </a:cubicBezTo>
                <a:cubicBezTo>
                  <a:pt x="11" y="101"/>
                  <a:pt x="11" y="101"/>
                  <a:pt x="11" y="101"/>
                </a:cubicBezTo>
                <a:cubicBezTo>
                  <a:pt x="37" y="122"/>
                  <a:pt x="37" y="122"/>
                  <a:pt x="37" y="122"/>
                </a:cubicBezTo>
                <a:cubicBezTo>
                  <a:pt x="35" y="129"/>
                  <a:pt x="33" y="136"/>
                  <a:pt x="32" y="143"/>
                </a:cubicBezTo>
                <a:cubicBezTo>
                  <a:pt x="31" y="143"/>
                  <a:pt x="31" y="143"/>
                  <a:pt x="31" y="143"/>
                </a:cubicBezTo>
                <a:cubicBezTo>
                  <a:pt x="0" y="149"/>
                  <a:pt x="0" y="149"/>
                  <a:pt x="0" y="149"/>
                </a:cubicBezTo>
                <a:cubicBezTo>
                  <a:pt x="0" y="182"/>
                  <a:pt x="0" y="182"/>
                  <a:pt x="0" y="182"/>
                </a:cubicBezTo>
                <a:cubicBezTo>
                  <a:pt x="33" y="187"/>
                  <a:pt x="33" y="187"/>
                  <a:pt x="33" y="187"/>
                </a:cubicBezTo>
                <a:cubicBezTo>
                  <a:pt x="34" y="194"/>
                  <a:pt x="36" y="201"/>
                  <a:pt x="38" y="208"/>
                </a:cubicBezTo>
                <a:cubicBezTo>
                  <a:pt x="38" y="208"/>
                  <a:pt x="38" y="208"/>
                  <a:pt x="38" y="208"/>
                </a:cubicBezTo>
                <a:cubicBezTo>
                  <a:pt x="13" y="229"/>
                  <a:pt x="13" y="229"/>
                  <a:pt x="13" y="229"/>
                </a:cubicBezTo>
                <a:cubicBezTo>
                  <a:pt x="30" y="257"/>
                  <a:pt x="30" y="257"/>
                  <a:pt x="30" y="257"/>
                </a:cubicBezTo>
                <a:cubicBezTo>
                  <a:pt x="61" y="247"/>
                  <a:pt x="61" y="247"/>
                  <a:pt x="61" y="247"/>
                </a:cubicBezTo>
                <a:cubicBezTo>
                  <a:pt x="66" y="252"/>
                  <a:pt x="68" y="256"/>
                  <a:pt x="76" y="262"/>
                </a:cubicBezTo>
                <a:cubicBezTo>
                  <a:pt x="76" y="263"/>
                  <a:pt x="76" y="263"/>
                  <a:pt x="76" y="263"/>
                </a:cubicBezTo>
                <a:cubicBezTo>
                  <a:pt x="64" y="292"/>
                  <a:pt x="64" y="292"/>
                  <a:pt x="64" y="292"/>
                </a:cubicBezTo>
                <a:cubicBezTo>
                  <a:pt x="92" y="309"/>
                  <a:pt x="92" y="309"/>
                  <a:pt x="92" y="309"/>
                </a:cubicBezTo>
                <a:cubicBezTo>
                  <a:pt x="114" y="285"/>
                  <a:pt x="114" y="285"/>
                  <a:pt x="114" y="285"/>
                </a:cubicBezTo>
                <a:cubicBezTo>
                  <a:pt x="123" y="288"/>
                  <a:pt x="132" y="291"/>
                  <a:pt x="141" y="292"/>
                </a:cubicBezTo>
                <a:cubicBezTo>
                  <a:pt x="141" y="293"/>
                  <a:pt x="141" y="293"/>
                  <a:pt x="141" y="293"/>
                </a:cubicBezTo>
                <a:cubicBezTo>
                  <a:pt x="147" y="325"/>
                  <a:pt x="147" y="325"/>
                  <a:pt x="147" y="325"/>
                </a:cubicBezTo>
                <a:cubicBezTo>
                  <a:pt x="179" y="324"/>
                  <a:pt x="179" y="324"/>
                  <a:pt x="179" y="324"/>
                </a:cubicBezTo>
                <a:cubicBezTo>
                  <a:pt x="186" y="292"/>
                  <a:pt x="186" y="292"/>
                  <a:pt x="186" y="292"/>
                </a:cubicBezTo>
                <a:cubicBezTo>
                  <a:pt x="196" y="290"/>
                  <a:pt x="206" y="287"/>
                  <a:pt x="216" y="283"/>
                </a:cubicBezTo>
                <a:cubicBezTo>
                  <a:pt x="217" y="283"/>
                  <a:pt x="217" y="283"/>
                  <a:pt x="217" y="283"/>
                </a:cubicBezTo>
                <a:cubicBezTo>
                  <a:pt x="239" y="307"/>
                  <a:pt x="239" y="307"/>
                  <a:pt x="239" y="307"/>
                </a:cubicBezTo>
                <a:cubicBezTo>
                  <a:pt x="266" y="288"/>
                  <a:pt x="266" y="288"/>
                  <a:pt x="266" y="288"/>
                </a:cubicBezTo>
                <a:cubicBezTo>
                  <a:pt x="253" y="258"/>
                  <a:pt x="253" y="258"/>
                  <a:pt x="253" y="258"/>
                </a:cubicBezTo>
                <a:cubicBezTo>
                  <a:pt x="253" y="258"/>
                  <a:pt x="253" y="258"/>
                  <a:pt x="253" y="258"/>
                </a:cubicBezTo>
                <a:cubicBezTo>
                  <a:pt x="258" y="253"/>
                  <a:pt x="263" y="248"/>
                  <a:pt x="268" y="242"/>
                </a:cubicBezTo>
                <a:cubicBezTo>
                  <a:pt x="268" y="242"/>
                  <a:pt x="268" y="242"/>
                  <a:pt x="268" y="242"/>
                </a:cubicBezTo>
                <a:cubicBezTo>
                  <a:pt x="299" y="252"/>
                  <a:pt x="299" y="252"/>
                  <a:pt x="299" y="252"/>
                </a:cubicBezTo>
                <a:cubicBezTo>
                  <a:pt x="314" y="223"/>
                  <a:pt x="314" y="223"/>
                  <a:pt x="314" y="223"/>
                </a:cubicBezTo>
                <a:cubicBezTo>
                  <a:pt x="288" y="202"/>
                  <a:pt x="288" y="202"/>
                  <a:pt x="288" y="202"/>
                </a:cubicBezTo>
                <a:cubicBezTo>
                  <a:pt x="288" y="202"/>
                  <a:pt x="288" y="202"/>
                  <a:pt x="288" y="202"/>
                </a:cubicBezTo>
                <a:cubicBezTo>
                  <a:pt x="290" y="195"/>
                  <a:pt x="292" y="189"/>
                  <a:pt x="293" y="182"/>
                </a:cubicBezTo>
                <a:cubicBezTo>
                  <a:pt x="294" y="182"/>
                  <a:pt x="294" y="182"/>
                  <a:pt x="294" y="182"/>
                </a:cubicBezTo>
                <a:cubicBezTo>
                  <a:pt x="325" y="175"/>
                  <a:pt x="325" y="175"/>
                  <a:pt x="325" y="175"/>
                </a:cubicBezTo>
                <a:cubicBezTo>
                  <a:pt x="325" y="143"/>
                  <a:pt x="325" y="143"/>
                  <a:pt x="325" y="143"/>
                </a:cubicBezTo>
                <a:cubicBezTo>
                  <a:pt x="292" y="137"/>
                  <a:pt x="292" y="137"/>
                  <a:pt x="292" y="137"/>
                </a:cubicBezTo>
                <a:cubicBezTo>
                  <a:pt x="292" y="137"/>
                  <a:pt x="292" y="137"/>
                  <a:pt x="292" y="137"/>
                </a:cubicBezTo>
                <a:cubicBezTo>
                  <a:pt x="290" y="130"/>
                  <a:pt x="288" y="123"/>
                  <a:pt x="286" y="117"/>
                </a:cubicBezTo>
                <a:cubicBezTo>
                  <a:pt x="287" y="116"/>
                  <a:pt x="287" y="116"/>
                  <a:pt x="287" y="116"/>
                </a:cubicBezTo>
                <a:cubicBezTo>
                  <a:pt x="312" y="96"/>
                  <a:pt x="312" y="96"/>
                  <a:pt x="312" y="96"/>
                </a:cubicBezTo>
                <a:cubicBezTo>
                  <a:pt x="295" y="67"/>
                  <a:pt x="295" y="67"/>
                  <a:pt x="295" y="67"/>
                </a:cubicBezTo>
                <a:cubicBezTo>
                  <a:pt x="264" y="78"/>
                  <a:pt x="264" y="78"/>
                  <a:pt x="264" y="78"/>
                </a:cubicBezTo>
                <a:cubicBezTo>
                  <a:pt x="262" y="77"/>
                  <a:pt x="262" y="77"/>
                  <a:pt x="262" y="77"/>
                </a:cubicBezTo>
                <a:cubicBezTo>
                  <a:pt x="257" y="71"/>
                  <a:pt x="253" y="67"/>
                  <a:pt x="245" y="61"/>
                </a:cubicBezTo>
                <a:cubicBezTo>
                  <a:pt x="246" y="59"/>
                  <a:pt x="246" y="59"/>
                  <a:pt x="246" y="59"/>
                </a:cubicBezTo>
                <a:cubicBezTo>
                  <a:pt x="259" y="36"/>
                  <a:pt x="259" y="36"/>
                  <a:pt x="259" y="36"/>
                </a:cubicBezTo>
                <a:cubicBezTo>
                  <a:pt x="231" y="18"/>
                  <a:pt x="231" y="18"/>
                  <a:pt x="231" y="18"/>
                </a:cubicBezTo>
                <a:cubicBezTo>
                  <a:pt x="210" y="41"/>
                  <a:pt x="210" y="41"/>
                  <a:pt x="210" y="41"/>
                </a:cubicBezTo>
                <a:cubicBezTo>
                  <a:pt x="210" y="41"/>
                  <a:pt x="210" y="41"/>
                  <a:pt x="210" y="41"/>
                </a:cubicBezTo>
                <a:cubicBezTo>
                  <a:pt x="201" y="37"/>
                  <a:pt x="193" y="34"/>
                  <a:pt x="184" y="33"/>
                </a:cubicBezTo>
                <a:cubicBezTo>
                  <a:pt x="184" y="31"/>
                  <a:pt x="184" y="31"/>
                  <a:pt x="184" y="31"/>
                </a:cubicBezTo>
                <a:cubicBezTo>
                  <a:pt x="178" y="0"/>
                  <a:pt x="178" y="0"/>
                  <a:pt x="178" y="0"/>
                </a:cubicBezTo>
                <a:cubicBezTo>
                  <a:pt x="146" y="0"/>
                  <a:pt x="146" y="0"/>
                  <a:pt x="146" y="0"/>
                </a:cubicBezTo>
                <a:cubicBezTo>
                  <a:pt x="139" y="32"/>
                  <a:pt x="139" y="32"/>
                  <a:pt x="139" y="32"/>
                </a:cubicBezTo>
                <a:cubicBezTo>
                  <a:pt x="139" y="33"/>
                  <a:pt x="139" y="33"/>
                  <a:pt x="139" y="33"/>
                </a:cubicBezTo>
                <a:cubicBezTo>
                  <a:pt x="129" y="34"/>
                  <a:pt x="119" y="37"/>
                  <a:pt x="109" y="42"/>
                </a:cubicBezTo>
                <a:cubicBezTo>
                  <a:pt x="108" y="41"/>
                  <a:pt x="108" y="41"/>
                  <a:pt x="108" y="41"/>
                </a:cubicBezTo>
                <a:cubicBezTo>
                  <a:pt x="86" y="18"/>
                  <a:pt x="86" y="18"/>
                  <a:pt x="86" y="18"/>
                </a:cubicBezTo>
                <a:cubicBezTo>
                  <a:pt x="59" y="36"/>
                  <a:pt x="59" y="36"/>
                  <a:pt x="59" y="36"/>
                </a:cubicBezTo>
                <a:cubicBezTo>
                  <a:pt x="72" y="66"/>
                  <a:pt x="72" y="66"/>
                  <a:pt x="72" y="66"/>
                </a:cubicBezTo>
                <a:lnTo>
                  <a:pt x="72" y="67"/>
                </a:lnTo>
                <a:close/>
                <a:moveTo>
                  <a:pt x="219" y="69"/>
                </a:moveTo>
                <a:cubicBezTo>
                  <a:pt x="271" y="100"/>
                  <a:pt x="287" y="167"/>
                  <a:pt x="256" y="219"/>
                </a:cubicBezTo>
                <a:cubicBezTo>
                  <a:pt x="224" y="271"/>
                  <a:pt x="157" y="287"/>
                  <a:pt x="106" y="256"/>
                </a:cubicBezTo>
                <a:cubicBezTo>
                  <a:pt x="54" y="225"/>
                  <a:pt x="37" y="157"/>
                  <a:pt x="69" y="106"/>
                </a:cubicBezTo>
                <a:cubicBezTo>
                  <a:pt x="100" y="54"/>
                  <a:pt x="167" y="38"/>
                  <a:pt x="219" y="69"/>
                </a:cubicBezTo>
                <a:close/>
              </a:path>
            </a:pathLst>
          </a:custGeom>
          <a:solidFill>
            <a:schemeClr val="accent1">
              <a:alpha val="60000"/>
            </a:schemeClr>
          </a:solidFill>
          <a:ln>
            <a:noFill/>
          </a:ln>
        </p:spPr>
        <p:txBody>
          <a:bodyPr vert="horz" wrap="square" lIns="91440" tIns="45720" rIns="91440" bIns="45720" numCol="1" anchor="t" anchorCtr="0" compatLnSpc="1"/>
          <a:lstStyle/>
          <a:p>
            <a:endParaRPr lang="en-US">
              <a:solidFill>
                <a:schemeClr val="accent1"/>
              </a:solidFill>
            </a:endParaRPr>
          </a:p>
        </p:txBody>
      </p:sp>
      <p:sp>
        <p:nvSpPr>
          <p:cNvPr id="13" name="Freeform 12"/>
          <p:cNvSpPr>
            <a:spLocks noEditPoints="1"/>
          </p:cNvSpPr>
          <p:nvPr>
            <p:custDataLst>
              <p:tags r:id="rId5"/>
            </p:custDataLst>
          </p:nvPr>
        </p:nvSpPr>
        <p:spPr bwMode="auto">
          <a:xfrm>
            <a:off x="1241425" y="3044190"/>
            <a:ext cx="1829435" cy="1828165"/>
          </a:xfrm>
          <a:custGeom>
            <a:avLst/>
            <a:gdLst>
              <a:gd name="T0" fmla="*/ 97 w 547"/>
              <a:gd name="T1" fmla="*/ 139 h 547"/>
              <a:gd name="T2" fmla="*/ 44 w 547"/>
              <a:gd name="T3" fmla="*/ 122 h 547"/>
              <a:gd name="T4" fmla="*/ 62 w 547"/>
              <a:gd name="T5" fmla="*/ 206 h 547"/>
              <a:gd name="T6" fmla="*/ 52 w 547"/>
              <a:gd name="T7" fmla="*/ 240 h 547"/>
              <a:gd name="T8" fmla="*/ 1 w 547"/>
              <a:gd name="T9" fmla="*/ 306 h 547"/>
              <a:gd name="T10" fmla="*/ 65 w 547"/>
              <a:gd name="T11" fmla="*/ 350 h 547"/>
              <a:gd name="T12" fmla="*/ 23 w 547"/>
              <a:gd name="T13" fmla="*/ 385 h 547"/>
              <a:gd name="T14" fmla="*/ 103 w 547"/>
              <a:gd name="T15" fmla="*/ 416 h 547"/>
              <a:gd name="T16" fmla="*/ 128 w 547"/>
              <a:gd name="T17" fmla="*/ 442 h 547"/>
              <a:gd name="T18" fmla="*/ 155 w 547"/>
              <a:gd name="T19" fmla="*/ 520 h 547"/>
              <a:gd name="T20" fmla="*/ 237 w 547"/>
              <a:gd name="T21" fmla="*/ 492 h 547"/>
              <a:gd name="T22" fmla="*/ 247 w 547"/>
              <a:gd name="T23" fmla="*/ 547 h 547"/>
              <a:gd name="T24" fmla="*/ 312 w 547"/>
              <a:gd name="T25" fmla="*/ 492 h 547"/>
              <a:gd name="T26" fmla="*/ 364 w 547"/>
              <a:gd name="T27" fmla="*/ 477 h 547"/>
              <a:gd name="T28" fmla="*/ 448 w 547"/>
              <a:gd name="T29" fmla="*/ 486 h 547"/>
              <a:gd name="T30" fmla="*/ 426 w 547"/>
              <a:gd name="T31" fmla="*/ 434 h 547"/>
              <a:gd name="T32" fmla="*/ 451 w 547"/>
              <a:gd name="T33" fmla="*/ 408 h 547"/>
              <a:gd name="T34" fmla="*/ 528 w 547"/>
              <a:gd name="T35" fmla="*/ 376 h 547"/>
              <a:gd name="T36" fmla="*/ 484 w 547"/>
              <a:gd name="T37" fmla="*/ 341 h 547"/>
              <a:gd name="T38" fmla="*/ 494 w 547"/>
              <a:gd name="T39" fmla="*/ 306 h 547"/>
              <a:gd name="T40" fmla="*/ 546 w 547"/>
              <a:gd name="T41" fmla="*/ 240 h 547"/>
              <a:gd name="T42" fmla="*/ 491 w 547"/>
              <a:gd name="T43" fmla="*/ 231 h 547"/>
              <a:gd name="T44" fmla="*/ 483 w 547"/>
              <a:gd name="T45" fmla="*/ 196 h 547"/>
              <a:gd name="T46" fmla="*/ 497 w 547"/>
              <a:gd name="T47" fmla="*/ 113 h 547"/>
              <a:gd name="T48" fmla="*/ 440 w 547"/>
              <a:gd name="T49" fmla="*/ 130 h 547"/>
              <a:gd name="T50" fmla="*/ 413 w 547"/>
              <a:gd name="T51" fmla="*/ 101 h 547"/>
              <a:gd name="T52" fmla="*/ 389 w 547"/>
              <a:gd name="T53" fmla="*/ 32 h 547"/>
              <a:gd name="T54" fmla="*/ 353 w 547"/>
              <a:gd name="T55" fmla="*/ 69 h 547"/>
              <a:gd name="T56" fmla="*/ 310 w 547"/>
              <a:gd name="T57" fmla="*/ 53 h 547"/>
              <a:gd name="T58" fmla="*/ 245 w 547"/>
              <a:gd name="T59" fmla="*/ 0 h 547"/>
              <a:gd name="T60" fmla="*/ 235 w 547"/>
              <a:gd name="T61" fmla="*/ 55 h 547"/>
              <a:gd name="T62" fmla="*/ 182 w 547"/>
              <a:gd name="T63" fmla="*/ 69 h 547"/>
              <a:gd name="T64" fmla="*/ 99 w 547"/>
              <a:gd name="T65" fmla="*/ 61 h 547"/>
              <a:gd name="T66" fmla="*/ 121 w 547"/>
              <a:gd name="T67" fmla="*/ 113 h 547"/>
              <a:gd name="T68" fmla="*/ 430 w 547"/>
              <a:gd name="T69" fmla="*/ 369 h 547"/>
              <a:gd name="T70" fmla="*/ 116 w 547"/>
              <a:gd name="T71" fmla="*/ 178 h 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47" h="547">
                <a:moveTo>
                  <a:pt x="121" y="113"/>
                </a:moveTo>
                <a:cubicBezTo>
                  <a:pt x="112" y="121"/>
                  <a:pt x="104" y="129"/>
                  <a:pt x="97" y="139"/>
                </a:cubicBezTo>
                <a:cubicBezTo>
                  <a:pt x="95" y="138"/>
                  <a:pt x="95" y="138"/>
                  <a:pt x="95" y="138"/>
                </a:cubicBezTo>
                <a:cubicBezTo>
                  <a:pt x="44" y="122"/>
                  <a:pt x="44" y="122"/>
                  <a:pt x="44" y="122"/>
                </a:cubicBezTo>
                <a:cubicBezTo>
                  <a:pt x="19" y="171"/>
                  <a:pt x="19" y="171"/>
                  <a:pt x="19" y="171"/>
                </a:cubicBezTo>
                <a:cubicBezTo>
                  <a:pt x="62" y="206"/>
                  <a:pt x="62" y="206"/>
                  <a:pt x="62" y="206"/>
                </a:cubicBezTo>
                <a:cubicBezTo>
                  <a:pt x="58" y="217"/>
                  <a:pt x="55" y="229"/>
                  <a:pt x="53" y="240"/>
                </a:cubicBezTo>
                <a:cubicBezTo>
                  <a:pt x="52" y="240"/>
                  <a:pt x="52" y="240"/>
                  <a:pt x="52" y="240"/>
                </a:cubicBezTo>
                <a:cubicBezTo>
                  <a:pt x="0" y="251"/>
                  <a:pt x="0" y="251"/>
                  <a:pt x="0" y="251"/>
                </a:cubicBezTo>
                <a:cubicBezTo>
                  <a:pt x="1" y="306"/>
                  <a:pt x="1" y="306"/>
                  <a:pt x="1" y="306"/>
                </a:cubicBezTo>
                <a:cubicBezTo>
                  <a:pt x="55" y="316"/>
                  <a:pt x="55" y="316"/>
                  <a:pt x="55" y="316"/>
                </a:cubicBezTo>
                <a:cubicBezTo>
                  <a:pt x="57" y="328"/>
                  <a:pt x="61" y="339"/>
                  <a:pt x="65" y="350"/>
                </a:cubicBezTo>
                <a:cubicBezTo>
                  <a:pt x="64" y="351"/>
                  <a:pt x="64" y="351"/>
                  <a:pt x="64" y="351"/>
                </a:cubicBezTo>
                <a:cubicBezTo>
                  <a:pt x="23" y="385"/>
                  <a:pt x="23" y="385"/>
                  <a:pt x="23" y="385"/>
                </a:cubicBezTo>
                <a:cubicBezTo>
                  <a:pt x="50" y="433"/>
                  <a:pt x="50" y="433"/>
                  <a:pt x="50" y="433"/>
                </a:cubicBezTo>
                <a:cubicBezTo>
                  <a:pt x="103" y="416"/>
                  <a:pt x="103" y="416"/>
                  <a:pt x="103" y="416"/>
                </a:cubicBezTo>
                <a:cubicBezTo>
                  <a:pt x="110" y="425"/>
                  <a:pt x="114" y="431"/>
                  <a:pt x="128" y="442"/>
                </a:cubicBezTo>
                <a:cubicBezTo>
                  <a:pt x="128" y="442"/>
                  <a:pt x="128" y="442"/>
                  <a:pt x="128" y="442"/>
                </a:cubicBezTo>
                <a:cubicBezTo>
                  <a:pt x="108" y="491"/>
                  <a:pt x="108" y="491"/>
                  <a:pt x="108" y="491"/>
                </a:cubicBezTo>
                <a:cubicBezTo>
                  <a:pt x="155" y="520"/>
                  <a:pt x="155" y="520"/>
                  <a:pt x="155" y="520"/>
                </a:cubicBezTo>
                <a:cubicBezTo>
                  <a:pt x="192" y="480"/>
                  <a:pt x="192" y="480"/>
                  <a:pt x="192" y="480"/>
                </a:cubicBezTo>
                <a:cubicBezTo>
                  <a:pt x="207" y="485"/>
                  <a:pt x="222" y="490"/>
                  <a:pt x="237" y="492"/>
                </a:cubicBezTo>
                <a:cubicBezTo>
                  <a:pt x="237" y="494"/>
                  <a:pt x="237" y="494"/>
                  <a:pt x="237" y="494"/>
                </a:cubicBezTo>
                <a:cubicBezTo>
                  <a:pt x="247" y="547"/>
                  <a:pt x="247" y="547"/>
                  <a:pt x="247" y="547"/>
                </a:cubicBezTo>
                <a:cubicBezTo>
                  <a:pt x="302" y="546"/>
                  <a:pt x="302" y="546"/>
                  <a:pt x="302" y="546"/>
                </a:cubicBezTo>
                <a:cubicBezTo>
                  <a:pt x="312" y="492"/>
                  <a:pt x="312" y="492"/>
                  <a:pt x="312" y="492"/>
                </a:cubicBezTo>
                <a:cubicBezTo>
                  <a:pt x="330" y="489"/>
                  <a:pt x="347" y="484"/>
                  <a:pt x="364" y="476"/>
                </a:cubicBezTo>
                <a:cubicBezTo>
                  <a:pt x="364" y="477"/>
                  <a:pt x="364" y="477"/>
                  <a:pt x="364" y="477"/>
                </a:cubicBezTo>
                <a:cubicBezTo>
                  <a:pt x="402" y="516"/>
                  <a:pt x="402" y="516"/>
                  <a:pt x="402" y="516"/>
                </a:cubicBezTo>
                <a:cubicBezTo>
                  <a:pt x="448" y="486"/>
                  <a:pt x="448" y="486"/>
                  <a:pt x="448" y="486"/>
                </a:cubicBezTo>
                <a:cubicBezTo>
                  <a:pt x="426" y="434"/>
                  <a:pt x="426" y="434"/>
                  <a:pt x="426" y="434"/>
                </a:cubicBezTo>
                <a:cubicBezTo>
                  <a:pt x="426" y="434"/>
                  <a:pt x="426" y="434"/>
                  <a:pt x="426" y="434"/>
                </a:cubicBezTo>
                <a:cubicBezTo>
                  <a:pt x="435" y="426"/>
                  <a:pt x="443" y="417"/>
                  <a:pt x="450" y="408"/>
                </a:cubicBezTo>
                <a:cubicBezTo>
                  <a:pt x="451" y="408"/>
                  <a:pt x="451" y="408"/>
                  <a:pt x="451" y="408"/>
                </a:cubicBezTo>
                <a:cubicBezTo>
                  <a:pt x="503" y="425"/>
                  <a:pt x="503" y="425"/>
                  <a:pt x="503" y="425"/>
                </a:cubicBezTo>
                <a:cubicBezTo>
                  <a:pt x="528" y="376"/>
                  <a:pt x="528" y="376"/>
                  <a:pt x="528" y="376"/>
                </a:cubicBezTo>
                <a:cubicBezTo>
                  <a:pt x="485" y="341"/>
                  <a:pt x="485" y="341"/>
                  <a:pt x="485" y="341"/>
                </a:cubicBezTo>
                <a:cubicBezTo>
                  <a:pt x="484" y="341"/>
                  <a:pt x="484" y="341"/>
                  <a:pt x="484" y="341"/>
                </a:cubicBezTo>
                <a:cubicBezTo>
                  <a:pt x="488" y="329"/>
                  <a:pt x="491" y="318"/>
                  <a:pt x="493" y="306"/>
                </a:cubicBezTo>
                <a:cubicBezTo>
                  <a:pt x="494" y="306"/>
                  <a:pt x="494" y="306"/>
                  <a:pt x="494" y="306"/>
                </a:cubicBezTo>
                <a:cubicBezTo>
                  <a:pt x="547" y="296"/>
                  <a:pt x="547" y="296"/>
                  <a:pt x="547" y="296"/>
                </a:cubicBezTo>
                <a:cubicBezTo>
                  <a:pt x="546" y="240"/>
                  <a:pt x="546" y="240"/>
                  <a:pt x="546" y="240"/>
                </a:cubicBezTo>
                <a:cubicBezTo>
                  <a:pt x="491" y="231"/>
                  <a:pt x="491" y="231"/>
                  <a:pt x="491" y="231"/>
                </a:cubicBezTo>
                <a:cubicBezTo>
                  <a:pt x="491" y="231"/>
                  <a:pt x="491" y="231"/>
                  <a:pt x="491" y="231"/>
                </a:cubicBezTo>
                <a:cubicBezTo>
                  <a:pt x="488" y="219"/>
                  <a:pt x="485" y="208"/>
                  <a:pt x="481" y="197"/>
                </a:cubicBezTo>
                <a:cubicBezTo>
                  <a:pt x="483" y="196"/>
                  <a:pt x="483" y="196"/>
                  <a:pt x="483" y="196"/>
                </a:cubicBezTo>
                <a:cubicBezTo>
                  <a:pt x="524" y="161"/>
                  <a:pt x="524" y="161"/>
                  <a:pt x="524" y="161"/>
                </a:cubicBezTo>
                <a:cubicBezTo>
                  <a:pt x="497" y="113"/>
                  <a:pt x="497" y="113"/>
                  <a:pt x="497" y="113"/>
                </a:cubicBezTo>
                <a:cubicBezTo>
                  <a:pt x="444" y="131"/>
                  <a:pt x="444" y="131"/>
                  <a:pt x="444" y="131"/>
                </a:cubicBezTo>
                <a:cubicBezTo>
                  <a:pt x="440" y="130"/>
                  <a:pt x="440" y="130"/>
                  <a:pt x="440" y="130"/>
                </a:cubicBezTo>
                <a:cubicBezTo>
                  <a:pt x="433" y="121"/>
                  <a:pt x="426" y="113"/>
                  <a:pt x="412" y="102"/>
                </a:cubicBezTo>
                <a:cubicBezTo>
                  <a:pt x="413" y="101"/>
                  <a:pt x="413" y="101"/>
                  <a:pt x="413" y="101"/>
                </a:cubicBezTo>
                <a:cubicBezTo>
                  <a:pt x="436" y="60"/>
                  <a:pt x="436" y="60"/>
                  <a:pt x="436" y="60"/>
                </a:cubicBezTo>
                <a:cubicBezTo>
                  <a:pt x="389" y="32"/>
                  <a:pt x="389" y="32"/>
                  <a:pt x="389" y="32"/>
                </a:cubicBezTo>
                <a:cubicBezTo>
                  <a:pt x="353" y="70"/>
                  <a:pt x="353" y="70"/>
                  <a:pt x="353" y="70"/>
                </a:cubicBezTo>
                <a:cubicBezTo>
                  <a:pt x="353" y="69"/>
                  <a:pt x="353" y="69"/>
                  <a:pt x="353" y="69"/>
                </a:cubicBezTo>
                <a:cubicBezTo>
                  <a:pt x="339" y="63"/>
                  <a:pt x="324" y="58"/>
                  <a:pt x="309" y="56"/>
                </a:cubicBezTo>
                <a:cubicBezTo>
                  <a:pt x="310" y="53"/>
                  <a:pt x="310" y="53"/>
                  <a:pt x="310" y="53"/>
                </a:cubicBezTo>
                <a:cubicBezTo>
                  <a:pt x="300" y="0"/>
                  <a:pt x="300" y="0"/>
                  <a:pt x="300" y="0"/>
                </a:cubicBezTo>
                <a:cubicBezTo>
                  <a:pt x="245" y="0"/>
                  <a:pt x="245" y="0"/>
                  <a:pt x="245" y="0"/>
                </a:cubicBezTo>
                <a:cubicBezTo>
                  <a:pt x="234" y="55"/>
                  <a:pt x="234" y="55"/>
                  <a:pt x="234" y="55"/>
                </a:cubicBezTo>
                <a:cubicBezTo>
                  <a:pt x="235" y="55"/>
                  <a:pt x="235" y="55"/>
                  <a:pt x="235" y="55"/>
                </a:cubicBezTo>
                <a:cubicBezTo>
                  <a:pt x="217" y="58"/>
                  <a:pt x="200" y="64"/>
                  <a:pt x="183" y="71"/>
                </a:cubicBezTo>
                <a:cubicBezTo>
                  <a:pt x="182" y="69"/>
                  <a:pt x="182" y="69"/>
                  <a:pt x="182" y="69"/>
                </a:cubicBezTo>
                <a:cubicBezTo>
                  <a:pt x="145" y="30"/>
                  <a:pt x="145" y="30"/>
                  <a:pt x="145" y="30"/>
                </a:cubicBezTo>
                <a:cubicBezTo>
                  <a:pt x="99" y="61"/>
                  <a:pt x="99" y="61"/>
                  <a:pt x="99" y="61"/>
                </a:cubicBezTo>
                <a:cubicBezTo>
                  <a:pt x="121" y="112"/>
                  <a:pt x="121" y="112"/>
                  <a:pt x="121" y="112"/>
                </a:cubicBezTo>
                <a:lnTo>
                  <a:pt x="121" y="113"/>
                </a:lnTo>
                <a:close/>
                <a:moveTo>
                  <a:pt x="369" y="116"/>
                </a:moveTo>
                <a:cubicBezTo>
                  <a:pt x="455" y="169"/>
                  <a:pt x="483" y="282"/>
                  <a:pt x="430" y="369"/>
                </a:cubicBezTo>
                <a:cubicBezTo>
                  <a:pt x="378" y="456"/>
                  <a:pt x="264" y="484"/>
                  <a:pt x="177" y="431"/>
                </a:cubicBezTo>
                <a:cubicBezTo>
                  <a:pt x="91" y="378"/>
                  <a:pt x="63" y="265"/>
                  <a:pt x="116" y="178"/>
                </a:cubicBezTo>
                <a:cubicBezTo>
                  <a:pt x="168" y="91"/>
                  <a:pt x="282" y="64"/>
                  <a:pt x="369" y="116"/>
                </a:cubicBezTo>
                <a:close/>
              </a:path>
            </a:pathLst>
          </a:custGeom>
          <a:solidFill>
            <a:schemeClr val="accent1">
              <a:alpha val="80000"/>
            </a:schemeClr>
          </a:solidFill>
          <a:ln>
            <a:noFill/>
          </a:ln>
        </p:spPr>
        <p:txBody>
          <a:bodyPr vert="horz" wrap="square" lIns="91440" tIns="45720" rIns="91440" bIns="45720" numCol="1" anchor="t" anchorCtr="0" compatLnSpc="1"/>
          <a:lstStyle/>
          <a:p>
            <a:endParaRPr lang="en-US">
              <a:solidFill>
                <a:schemeClr val="accent1"/>
              </a:solidFill>
            </a:endParaRPr>
          </a:p>
        </p:txBody>
      </p:sp>
      <p:sp>
        <p:nvSpPr>
          <p:cNvPr id="18" name="环形箭头 17"/>
          <p:cNvSpPr/>
          <p:nvPr>
            <p:custDataLst>
              <p:tags r:id="rId6"/>
            </p:custDataLst>
          </p:nvPr>
        </p:nvSpPr>
        <p:spPr>
          <a:xfrm flipH="1">
            <a:off x="848360" y="2597150"/>
            <a:ext cx="2725420" cy="2725420"/>
          </a:xfrm>
          <a:prstGeom prst="circularArrow">
            <a:avLst>
              <a:gd name="adj1" fmla="val 4672"/>
              <a:gd name="adj2" fmla="val 688138"/>
              <a:gd name="adj3" fmla="val 824476"/>
              <a:gd name="adj4" fmla="val 16616669"/>
              <a:gd name="adj5" fmla="val 6514"/>
            </a:avLst>
          </a:prstGeom>
          <a:solidFill>
            <a:schemeClr val="accent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31" name="环形箭头 30"/>
          <p:cNvSpPr/>
          <p:nvPr>
            <p:custDataLst>
              <p:tags r:id="rId7"/>
            </p:custDataLst>
          </p:nvPr>
        </p:nvSpPr>
        <p:spPr>
          <a:xfrm>
            <a:off x="2489835" y="3207385"/>
            <a:ext cx="3212465" cy="3211830"/>
          </a:xfrm>
          <a:prstGeom prst="circularArrow">
            <a:avLst>
              <a:gd name="adj1" fmla="val 5068"/>
              <a:gd name="adj2" fmla="val 670356"/>
              <a:gd name="adj3" fmla="val 1731422"/>
              <a:gd name="adj4" fmla="val 16417229"/>
              <a:gd name="adj5" fmla="val 6055"/>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2" name="图片 13" descr="343439383331313b343532303032343bb7a2b2bcb9dcc0ed"/>
          <p:cNvSpPr/>
          <p:nvPr>
            <p:custDataLst>
              <p:tags r:id="rId8"/>
            </p:custDataLst>
          </p:nvPr>
        </p:nvSpPr>
        <p:spPr>
          <a:xfrm>
            <a:off x="3792855" y="4606925"/>
            <a:ext cx="606425" cy="411480"/>
          </a:xfrm>
          <a:custGeom>
            <a:avLst/>
            <a:gdLst>
              <a:gd name="connsiteX0" fmla="*/ 454748 w 539114"/>
              <a:gd name="connsiteY0" fmla="*/ 160944 h 365828"/>
              <a:gd name="connsiteX1" fmla="*/ 338707 w 539114"/>
              <a:gd name="connsiteY1" fmla="*/ 996 h 365828"/>
              <a:gd name="connsiteX2" fmla="*/ 197515 w 539114"/>
              <a:gd name="connsiteY2" fmla="*/ 94259 h 365828"/>
              <a:gd name="connsiteX3" fmla="*/ 120784 w 539114"/>
              <a:gd name="connsiteY3" fmla="*/ 88392 h 365828"/>
              <a:gd name="connsiteX4" fmla="*/ 88109 w 539114"/>
              <a:gd name="connsiteY4" fmla="*/ 160638 h 365828"/>
              <a:gd name="connsiteX5" fmla="*/ 114 w 539114"/>
              <a:gd name="connsiteY5" fmla="*/ 271677 h 365828"/>
              <a:gd name="connsiteX6" fmla="*/ 95631 w 539114"/>
              <a:gd name="connsiteY6" fmla="*/ 365947 h 365828"/>
              <a:gd name="connsiteX7" fmla="*/ 242920 w 539114"/>
              <a:gd name="connsiteY7" fmla="*/ 365947 h 365828"/>
              <a:gd name="connsiteX8" fmla="*/ 242920 w 539114"/>
              <a:gd name="connsiteY8" fmla="*/ 268394 h 365828"/>
              <a:gd name="connsiteX9" fmla="*/ 196627 w 539114"/>
              <a:gd name="connsiteY9" fmla="*/ 268394 h 365828"/>
              <a:gd name="connsiteX10" fmla="*/ 274476 w 539114"/>
              <a:gd name="connsiteY10" fmla="*/ 180954 h 365828"/>
              <a:gd name="connsiteX11" fmla="*/ 352326 w 539114"/>
              <a:gd name="connsiteY11" fmla="*/ 268394 h 365828"/>
              <a:gd name="connsiteX12" fmla="*/ 306031 w 539114"/>
              <a:gd name="connsiteY12" fmla="*/ 268394 h 365828"/>
              <a:gd name="connsiteX13" fmla="*/ 306031 w 539114"/>
              <a:gd name="connsiteY13" fmla="*/ 365947 h 365828"/>
              <a:gd name="connsiteX14" fmla="*/ 439703 w 539114"/>
              <a:gd name="connsiteY14" fmla="*/ 365947 h 365828"/>
              <a:gd name="connsiteX15" fmla="*/ 538962 w 539114"/>
              <a:gd name="connsiteY15" fmla="*/ 277237 h 365828"/>
              <a:gd name="connsiteX16" fmla="*/ 454748 w 539114"/>
              <a:gd name="connsiteY16" fmla="*/ 160944 h 365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9114" h="365828">
                <a:moveTo>
                  <a:pt x="454748" y="160944"/>
                </a:moveTo>
                <a:cubicBezTo>
                  <a:pt x="454748" y="160944"/>
                  <a:pt x="464893" y="17416"/>
                  <a:pt x="338707" y="996"/>
                </a:cubicBezTo>
                <a:cubicBezTo>
                  <a:pt x="230459" y="-10475"/>
                  <a:pt x="197515" y="94259"/>
                  <a:pt x="197515" y="94259"/>
                </a:cubicBezTo>
                <a:cubicBezTo>
                  <a:pt x="197515" y="94259"/>
                  <a:pt x="164762" y="61420"/>
                  <a:pt x="120784" y="88392"/>
                </a:cubicBezTo>
                <a:cubicBezTo>
                  <a:pt x="81126" y="113656"/>
                  <a:pt x="88109" y="160638"/>
                  <a:pt x="88109" y="160638"/>
                </a:cubicBezTo>
                <a:cubicBezTo>
                  <a:pt x="88109" y="160638"/>
                  <a:pt x="114" y="178064"/>
                  <a:pt x="114" y="271677"/>
                </a:cubicBezTo>
                <a:cubicBezTo>
                  <a:pt x="2159" y="364940"/>
                  <a:pt x="95631" y="365947"/>
                  <a:pt x="95631" y="365947"/>
                </a:cubicBezTo>
                <a:lnTo>
                  <a:pt x="242920" y="365947"/>
                </a:lnTo>
                <a:lnTo>
                  <a:pt x="242920" y="268394"/>
                </a:lnTo>
                <a:lnTo>
                  <a:pt x="196627" y="268394"/>
                </a:lnTo>
                <a:lnTo>
                  <a:pt x="274476" y="180954"/>
                </a:lnTo>
                <a:lnTo>
                  <a:pt x="352326" y="268394"/>
                </a:lnTo>
                <a:lnTo>
                  <a:pt x="306031" y="268394"/>
                </a:lnTo>
                <a:lnTo>
                  <a:pt x="306031" y="365947"/>
                </a:lnTo>
                <a:lnTo>
                  <a:pt x="439703" y="365947"/>
                </a:lnTo>
                <a:cubicBezTo>
                  <a:pt x="439703" y="365947"/>
                  <a:pt x="526810" y="365947"/>
                  <a:pt x="538962" y="277237"/>
                </a:cubicBezTo>
                <a:cubicBezTo>
                  <a:pt x="544747" y="180035"/>
                  <a:pt x="454748" y="160944"/>
                  <a:pt x="454748" y="160944"/>
                </a:cubicBezTo>
                <a:close/>
              </a:path>
            </a:pathLst>
          </a:custGeom>
          <a:solidFill>
            <a:schemeClr val="accent1"/>
          </a:solidFill>
          <a:ln w="19054" cap="flat">
            <a:noFill/>
            <a:prstDash val="solid"/>
            <a:miter/>
          </a:ln>
        </p:spPr>
        <p:txBody>
          <a:bodyPr rtlCol="0" anchor="ctr"/>
          <a:lstStyle/>
          <a:p>
            <a:endParaRPr lang="zh-CN" altLang="en-US"/>
          </a:p>
        </p:txBody>
      </p:sp>
      <p:sp>
        <p:nvSpPr>
          <p:cNvPr id="3" name="图片 9" descr="343435383038363b343532323339303bbacfcdacc7a9caf0"/>
          <p:cNvSpPr/>
          <p:nvPr>
            <p:custDataLst>
              <p:tags r:id="rId9"/>
            </p:custDataLst>
          </p:nvPr>
        </p:nvSpPr>
        <p:spPr>
          <a:xfrm>
            <a:off x="3214370" y="2437130"/>
            <a:ext cx="338455" cy="402590"/>
          </a:xfrm>
          <a:custGeom>
            <a:avLst/>
            <a:gdLst>
              <a:gd name="connsiteX0" fmla="*/ 195160 w 300837"/>
              <a:gd name="connsiteY0" fmla="*/ 3917 h 358140"/>
              <a:gd name="connsiteX1" fmla="*/ 265994 w 300837"/>
              <a:gd name="connsiteY1" fmla="*/ 59853 h 358140"/>
              <a:gd name="connsiteX2" fmla="*/ 195160 w 300837"/>
              <a:gd name="connsiteY2" fmla="*/ 59853 h 358140"/>
              <a:gd name="connsiteX3" fmla="*/ 195160 w 300837"/>
              <a:gd name="connsiteY3" fmla="*/ 3917 h 358140"/>
              <a:gd name="connsiteX4" fmla="*/ 144070 w 300837"/>
              <a:gd name="connsiteY4" fmla="*/ 311419 h 358140"/>
              <a:gd name="connsiteX5" fmla="*/ 135730 w 300837"/>
              <a:gd name="connsiteY5" fmla="*/ 344671 h 358140"/>
              <a:gd name="connsiteX6" fmla="*/ 136334 w 300837"/>
              <a:gd name="connsiteY6" fmla="*/ 357740 h 358140"/>
              <a:gd name="connsiteX7" fmla="*/ 7119 w 300837"/>
              <a:gd name="connsiteY7" fmla="*/ 357740 h 358140"/>
              <a:gd name="connsiteX8" fmla="*/ -416 w 300837"/>
              <a:gd name="connsiteY8" fmla="*/ 350268 h 358140"/>
              <a:gd name="connsiteX9" fmla="*/ -416 w 300837"/>
              <a:gd name="connsiteY9" fmla="*/ 7074 h 358140"/>
              <a:gd name="connsiteX10" fmla="*/ 7119 w 300837"/>
              <a:gd name="connsiteY10" fmla="*/ -400 h 358140"/>
              <a:gd name="connsiteX11" fmla="*/ 180090 w 300837"/>
              <a:gd name="connsiteY11" fmla="*/ -400 h 358140"/>
              <a:gd name="connsiteX12" fmla="*/ 180090 w 300837"/>
              <a:gd name="connsiteY12" fmla="*/ 67325 h 358140"/>
              <a:gd name="connsiteX13" fmla="*/ 187625 w 300837"/>
              <a:gd name="connsiteY13" fmla="*/ 74799 h 358140"/>
              <a:gd name="connsiteX14" fmla="*/ 270385 w 300837"/>
              <a:gd name="connsiteY14" fmla="*/ 74799 h 358140"/>
              <a:gd name="connsiteX15" fmla="*/ 270385 w 300837"/>
              <a:gd name="connsiteY15" fmla="*/ 194037 h 358140"/>
              <a:gd name="connsiteX16" fmla="*/ 246613 w 300837"/>
              <a:gd name="connsiteY16" fmla="*/ 205309 h 358140"/>
              <a:gd name="connsiteX17" fmla="*/ 150397 w 300837"/>
              <a:gd name="connsiteY17" fmla="*/ 300669 h 358140"/>
              <a:gd name="connsiteX18" fmla="*/ 144070 w 300837"/>
              <a:gd name="connsiteY18" fmla="*/ 311419 h 358140"/>
              <a:gd name="connsiteX19" fmla="*/ 160631 w 300837"/>
              <a:gd name="connsiteY19" fmla="*/ 311659 h 358140"/>
              <a:gd name="connsiteX20" fmla="*/ 239320 w 300837"/>
              <a:gd name="connsiteY20" fmla="*/ 233564 h 358140"/>
              <a:gd name="connsiteX21" fmla="*/ 275098 w 300837"/>
              <a:gd name="connsiteY21" fmla="*/ 269054 h 358140"/>
              <a:gd name="connsiteX22" fmla="*/ 196449 w 300837"/>
              <a:gd name="connsiteY22" fmla="*/ 347110 h 358140"/>
              <a:gd name="connsiteX23" fmla="*/ 192985 w 300837"/>
              <a:gd name="connsiteY23" fmla="*/ 349068 h 358140"/>
              <a:gd name="connsiteX24" fmla="*/ 159382 w 300837"/>
              <a:gd name="connsiteY24" fmla="*/ 357420 h 358140"/>
              <a:gd name="connsiteX25" fmla="*/ 157568 w 300837"/>
              <a:gd name="connsiteY25" fmla="*/ 357660 h 358140"/>
              <a:gd name="connsiteX26" fmla="*/ 152209 w 300837"/>
              <a:gd name="connsiteY26" fmla="*/ 355501 h 358140"/>
              <a:gd name="connsiteX27" fmla="*/ 150236 w 300837"/>
              <a:gd name="connsiteY27" fmla="*/ 348427 h 358140"/>
              <a:gd name="connsiteX28" fmla="*/ 158656 w 300837"/>
              <a:gd name="connsiteY28" fmla="*/ 315096 h 358140"/>
              <a:gd name="connsiteX29" fmla="*/ 160631 w 300837"/>
              <a:gd name="connsiteY29" fmla="*/ 311659 h 358140"/>
              <a:gd name="connsiteX30" fmla="*/ 292988 w 300837"/>
              <a:gd name="connsiteY30" fmla="*/ 215859 h 358140"/>
              <a:gd name="connsiteX31" fmla="*/ 292988 w 300837"/>
              <a:gd name="connsiteY31" fmla="*/ 251350 h 358140"/>
              <a:gd name="connsiteX32" fmla="*/ 285695 w 300837"/>
              <a:gd name="connsiteY32" fmla="*/ 258582 h 358140"/>
              <a:gd name="connsiteX33" fmla="*/ 249916 w 300837"/>
              <a:gd name="connsiteY33" fmla="*/ 223093 h 358140"/>
              <a:gd name="connsiteX34" fmla="*/ 257210 w 300837"/>
              <a:gd name="connsiteY34" fmla="*/ 215859 h 358140"/>
              <a:gd name="connsiteX35" fmla="*/ 292988 w 300837"/>
              <a:gd name="connsiteY35" fmla="*/ 215859 h 358140"/>
              <a:gd name="connsiteX36" fmla="*/ 71212 w 300837"/>
              <a:gd name="connsiteY36" fmla="*/ 107042 h 358140"/>
              <a:gd name="connsiteX37" fmla="*/ 64049 w 300837"/>
              <a:gd name="connsiteY37" fmla="*/ 114205 h 358140"/>
              <a:gd name="connsiteX38" fmla="*/ 64049 w 300837"/>
              <a:gd name="connsiteY38" fmla="*/ 121368 h 358140"/>
              <a:gd name="connsiteX39" fmla="*/ 71212 w 300837"/>
              <a:gd name="connsiteY39" fmla="*/ 128530 h 358140"/>
              <a:gd name="connsiteX40" fmla="*/ 200142 w 300837"/>
              <a:gd name="connsiteY40" fmla="*/ 128530 h 358140"/>
              <a:gd name="connsiteX41" fmla="*/ 207305 w 300837"/>
              <a:gd name="connsiteY41" fmla="*/ 121368 h 358140"/>
              <a:gd name="connsiteX42" fmla="*/ 207305 w 300837"/>
              <a:gd name="connsiteY42" fmla="*/ 114205 h 358140"/>
              <a:gd name="connsiteX43" fmla="*/ 200142 w 300837"/>
              <a:gd name="connsiteY43" fmla="*/ 107042 h 358140"/>
              <a:gd name="connsiteX44" fmla="*/ 71212 w 300837"/>
              <a:gd name="connsiteY44" fmla="*/ 107042 h 358140"/>
              <a:gd name="connsiteX45" fmla="*/ 71212 w 300837"/>
              <a:gd name="connsiteY45" fmla="*/ 164344 h 358140"/>
              <a:gd name="connsiteX46" fmla="*/ 64049 w 300837"/>
              <a:gd name="connsiteY46" fmla="*/ 171507 h 358140"/>
              <a:gd name="connsiteX47" fmla="*/ 64049 w 300837"/>
              <a:gd name="connsiteY47" fmla="*/ 178670 h 358140"/>
              <a:gd name="connsiteX48" fmla="*/ 71212 w 300837"/>
              <a:gd name="connsiteY48" fmla="*/ 185833 h 358140"/>
              <a:gd name="connsiteX49" fmla="*/ 185817 w 300837"/>
              <a:gd name="connsiteY49" fmla="*/ 185833 h 358140"/>
              <a:gd name="connsiteX50" fmla="*/ 192980 w 300837"/>
              <a:gd name="connsiteY50" fmla="*/ 178670 h 358140"/>
              <a:gd name="connsiteX51" fmla="*/ 192980 w 300837"/>
              <a:gd name="connsiteY51" fmla="*/ 171507 h 358140"/>
              <a:gd name="connsiteX52" fmla="*/ 185817 w 300837"/>
              <a:gd name="connsiteY52" fmla="*/ 164344 h 358140"/>
              <a:gd name="connsiteX53" fmla="*/ 71212 w 300837"/>
              <a:gd name="connsiteY53" fmla="*/ 164344 h 358140"/>
              <a:gd name="connsiteX54" fmla="*/ 71212 w 300837"/>
              <a:gd name="connsiteY54" fmla="*/ 221647 h 358140"/>
              <a:gd name="connsiteX55" fmla="*/ 64049 w 300837"/>
              <a:gd name="connsiteY55" fmla="*/ 228810 h 358140"/>
              <a:gd name="connsiteX56" fmla="*/ 64049 w 300837"/>
              <a:gd name="connsiteY56" fmla="*/ 235972 h 358140"/>
              <a:gd name="connsiteX57" fmla="*/ 71212 w 300837"/>
              <a:gd name="connsiteY57" fmla="*/ 243135 h 358140"/>
              <a:gd name="connsiteX58" fmla="*/ 157166 w 300837"/>
              <a:gd name="connsiteY58" fmla="*/ 243135 h 358140"/>
              <a:gd name="connsiteX59" fmla="*/ 164328 w 300837"/>
              <a:gd name="connsiteY59" fmla="*/ 235972 h 358140"/>
              <a:gd name="connsiteX60" fmla="*/ 164328 w 300837"/>
              <a:gd name="connsiteY60" fmla="*/ 228810 h 358140"/>
              <a:gd name="connsiteX61" fmla="*/ 157166 w 300837"/>
              <a:gd name="connsiteY61" fmla="*/ 221647 h 358140"/>
              <a:gd name="connsiteX62" fmla="*/ 71212 w 300837"/>
              <a:gd name="connsiteY62" fmla="*/ 221647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00837" h="358140">
                <a:moveTo>
                  <a:pt x="195160" y="3917"/>
                </a:moveTo>
                <a:lnTo>
                  <a:pt x="265994" y="59853"/>
                </a:lnTo>
                <a:lnTo>
                  <a:pt x="195160" y="59853"/>
                </a:lnTo>
                <a:lnTo>
                  <a:pt x="195160" y="3917"/>
                </a:lnTo>
                <a:moveTo>
                  <a:pt x="144070" y="311419"/>
                </a:moveTo>
                <a:lnTo>
                  <a:pt x="135730" y="344671"/>
                </a:lnTo>
                <a:cubicBezTo>
                  <a:pt x="134601" y="349028"/>
                  <a:pt x="134762" y="353583"/>
                  <a:pt x="136334" y="357740"/>
                </a:cubicBezTo>
                <a:lnTo>
                  <a:pt x="7119" y="357740"/>
                </a:lnTo>
                <a:cubicBezTo>
                  <a:pt x="2968" y="357740"/>
                  <a:pt x="-416" y="354383"/>
                  <a:pt x="-416" y="350268"/>
                </a:cubicBezTo>
                <a:lnTo>
                  <a:pt x="-416" y="7074"/>
                </a:lnTo>
                <a:cubicBezTo>
                  <a:pt x="-416" y="2957"/>
                  <a:pt x="2968" y="-400"/>
                  <a:pt x="7119" y="-400"/>
                </a:cubicBezTo>
                <a:lnTo>
                  <a:pt x="180090" y="-400"/>
                </a:lnTo>
                <a:lnTo>
                  <a:pt x="180090" y="67325"/>
                </a:lnTo>
                <a:cubicBezTo>
                  <a:pt x="180090" y="71442"/>
                  <a:pt x="183476" y="74799"/>
                  <a:pt x="187625" y="74799"/>
                </a:cubicBezTo>
                <a:lnTo>
                  <a:pt x="270385" y="74799"/>
                </a:lnTo>
                <a:lnTo>
                  <a:pt x="270385" y="194037"/>
                </a:lnTo>
                <a:cubicBezTo>
                  <a:pt x="261280" y="195077"/>
                  <a:pt x="252857" y="199033"/>
                  <a:pt x="246613" y="205309"/>
                </a:cubicBezTo>
                <a:lnTo>
                  <a:pt x="150397" y="300669"/>
                </a:lnTo>
                <a:cubicBezTo>
                  <a:pt x="147294" y="303506"/>
                  <a:pt x="145038" y="307462"/>
                  <a:pt x="144070" y="311419"/>
                </a:cubicBezTo>
                <a:moveTo>
                  <a:pt x="160631" y="311659"/>
                </a:moveTo>
                <a:lnTo>
                  <a:pt x="239320" y="233564"/>
                </a:lnTo>
                <a:lnTo>
                  <a:pt x="275098" y="269054"/>
                </a:lnTo>
                <a:lnTo>
                  <a:pt x="196449" y="347110"/>
                </a:lnTo>
                <a:cubicBezTo>
                  <a:pt x="195483" y="348110"/>
                  <a:pt x="194273" y="348748"/>
                  <a:pt x="192985" y="349068"/>
                </a:cubicBezTo>
                <a:lnTo>
                  <a:pt x="159382" y="357420"/>
                </a:lnTo>
                <a:cubicBezTo>
                  <a:pt x="158776" y="357580"/>
                  <a:pt x="158172" y="357660"/>
                  <a:pt x="157568" y="357660"/>
                </a:cubicBezTo>
                <a:cubicBezTo>
                  <a:pt x="155595" y="357660"/>
                  <a:pt x="153661" y="356901"/>
                  <a:pt x="152209" y="355501"/>
                </a:cubicBezTo>
                <a:cubicBezTo>
                  <a:pt x="150316" y="353663"/>
                  <a:pt x="149551" y="350985"/>
                  <a:pt x="150236" y="348427"/>
                </a:cubicBezTo>
                <a:lnTo>
                  <a:pt x="158656" y="315096"/>
                </a:lnTo>
                <a:cubicBezTo>
                  <a:pt x="158978" y="313818"/>
                  <a:pt x="159663" y="312537"/>
                  <a:pt x="160631" y="311659"/>
                </a:cubicBezTo>
                <a:moveTo>
                  <a:pt x="292988" y="215859"/>
                </a:moveTo>
                <a:cubicBezTo>
                  <a:pt x="302899" y="225651"/>
                  <a:pt x="302899" y="241597"/>
                  <a:pt x="292988" y="251350"/>
                </a:cubicBezTo>
                <a:lnTo>
                  <a:pt x="285695" y="258582"/>
                </a:lnTo>
                <a:lnTo>
                  <a:pt x="249916" y="223093"/>
                </a:lnTo>
                <a:lnTo>
                  <a:pt x="257210" y="215859"/>
                </a:lnTo>
                <a:cubicBezTo>
                  <a:pt x="266718" y="206308"/>
                  <a:pt x="283440" y="206308"/>
                  <a:pt x="292988" y="215859"/>
                </a:cubicBezTo>
                <a:moveTo>
                  <a:pt x="71212" y="107042"/>
                </a:moveTo>
                <a:cubicBezTo>
                  <a:pt x="67256" y="107042"/>
                  <a:pt x="64049" y="110249"/>
                  <a:pt x="64049" y="114205"/>
                </a:cubicBezTo>
                <a:lnTo>
                  <a:pt x="64049" y="121368"/>
                </a:lnTo>
                <a:cubicBezTo>
                  <a:pt x="64049" y="125324"/>
                  <a:pt x="67256" y="128530"/>
                  <a:pt x="71212" y="128530"/>
                </a:cubicBezTo>
                <a:lnTo>
                  <a:pt x="200142" y="128530"/>
                </a:lnTo>
                <a:cubicBezTo>
                  <a:pt x="204099" y="128530"/>
                  <a:pt x="207305" y="125324"/>
                  <a:pt x="207305" y="121368"/>
                </a:cubicBezTo>
                <a:lnTo>
                  <a:pt x="207305" y="114205"/>
                </a:lnTo>
                <a:cubicBezTo>
                  <a:pt x="207305" y="110249"/>
                  <a:pt x="204099" y="107042"/>
                  <a:pt x="200142" y="107042"/>
                </a:cubicBezTo>
                <a:lnTo>
                  <a:pt x="71212" y="107042"/>
                </a:lnTo>
                <a:moveTo>
                  <a:pt x="71212" y="164344"/>
                </a:moveTo>
                <a:cubicBezTo>
                  <a:pt x="67256" y="164344"/>
                  <a:pt x="64049" y="167551"/>
                  <a:pt x="64049" y="171507"/>
                </a:cubicBezTo>
                <a:lnTo>
                  <a:pt x="64049" y="178670"/>
                </a:lnTo>
                <a:cubicBezTo>
                  <a:pt x="64049" y="182626"/>
                  <a:pt x="67256" y="185833"/>
                  <a:pt x="71212" y="185833"/>
                </a:cubicBezTo>
                <a:lnTo>
                  <a:pt x="185817" y="185833"/>
                </a:lnTo>
                <a:cubicBezTo>
                  <a:pt x="189773" y="185833"/>
                  <a:pt x="192980" y="182626"/>
                  <a:pt x="192980" y="178670"/>
                </a:cubicBezTo>
                <a:lnTo>
                  <a:pt x="192980" y="171507"/>
                </a:lnTo>
                <a:cubicBezTo>
                  <a:pt x="192980" y="167551"/>
                  <a:pt x="189773" y="164344"/>
                  <a:pt x="185817" y="164344"/>
                </a:cubicBezTo>
                <a:lnTo>
                  <a:pt x="71212" y="164344"/>
                </a:lnTo>
                <a:moveTo>
                  <a:pt x="71212" y="221647"/>
                </a:moveTo>
                <a:cubicBezTo>
                  <a:pt x="67256" y="221647"/>
                  <a:pt x="64049" y="224854"/>
                  <a:pt x="64049" y="228810"/>
                </a:cubicBezTo>
                <a:lnTo>
                  <a:pt x="64049" y="235972"/>
                </a:lnTo>
                <a:cubicBezTo>
                  <a:pt x="64049" y="239929"/>
                  <a:pt x="67256" y="243135"/>
                  <a:pt x="71212" y="243135"/>
                </a:cubicBezTo>
                <a:lnTo>
                  <a:pt x="157166" y="243135"/>
                </a:lnTo>
                <a:cubicBezTo>
                  <a:pt x="161122" y="243135"/>
                  <a:pt x="164328" y="239929"/>
                  <a:pt x="164328" y="235972"/>
                </a:cubicBezTo>
                <a:lnTo>
                  <a:pt x="164328" y="228810"/>
                </a:lnTo>
                <a:cubicBezTo>
                  <a:pt x="164328" y="224854"/>
                  <a:pt x="161122" y="221647"/>
                  <a:pt x="157166" y="221647"/>
                </a:cubicBezTo>
                <a:lnTo>
                  <a:pt x="71212" y="221647"/>
                </a:lnTo>
              </a:path>
            </a:pathLst>
          </a:custGeom>
          <a:solidFill>
            <a:schemeClr val="accent1">
              <a:alpha val="60000"/>
            </a:schemeClr>
          </a:solidFill>
          <a:ln w="441" cap="flat">
            <a:noFill/>
            <a:prstDash val="solid"/>
            <a:miter/>
          </a:ln>
        </p:spPr>
        <p:txBody>
          <a:bodyPr rtlCol="0" anchor="ctr"/>
          <a:lstStyle/>
          <a:p>
            <a:endParaRPr lang="zh-CN" altLang="en-US"/>
          </a:p>
        </p:txBody>
      </p:sp>
      <p:sp>
        <p:nvSpPr>
          <p:cNvPr id="4" name="图片 11" descr="343435383037343b343532333834333bb9a4d7f7"/>
          <p:cNvSpPr/>
          <p:nvPr>
            <p:custDataLst>
              <p:tags r:id="rId10"/>
            </p:custDataLst>
          </p:nvPr>
        </p:nvSpPr>
        <p:spPr>
          <a:xfrm>
            <a:off x="1940560" y="3757930"/>
            <a:ext cx="431165" cy="400685"/>
          </a:xfrm>
          <a:custGeom>
            <a:avLst/>
            <a:gdLst>
              <a:gd name="connsiteX0" fmla="*/ 238674 w 383540"/>
              <a:gd name="connsiteY0" fmla="*/ 214735 h 356048"/>
              <a:gd name="connsiteX1" fmla="*/ 238674 w 383540"/>
              <a:gd name="connsiteY1" fmla="*/ 220977 h 356048"/>
              <a:gd name="connsiteX2" fmla="*/ 231178 w 383540"/>
              <a:gd name="connsiteY2" fmla="*/ 228512 h 356048"/>
              <a:gd name="connsiteX3" fmla="*/ 153443 w 383540"/>
              <a:gd name="connsiteY3" fmla="*/ 228512 h 356048"/>
              <a:gd name="connsiteX4" fmla="*/ 145948 w 383540"/>
              <a:gd name="connsiteY4" fmla="*/ 220977 h 356048"/>
              <a:gd name="connsiteX5" fmla="*/ 145948 w 383540"/>
              <a:gd name="connsiteY5" fmla="*/ 214735 h 356048"/>
              <a:gd name="connsiteX6" fmla="*/ 114 w 383540"/>
              <a:gd name="connsiteY6" fmla="*/ 214735 h 356048"/>
              <a:gd name="connsiteX7" fmla="*/ 114 w 383540"/>
              <a:gd name="connsiteY7" fmla="*/ 325381 h 356048"/>
              <a:gd name="connsiteX8" fmla="*/ 30523 w 383540"/>
              <a:gd name="connsiteY8" fmla="*/ 356164 h 356048"/>
              <a:gd name="connsiteX9" fmla="*/ 353243 w 383540"/>
              <a:gd name="connsiteY9" fmla="*/ 356164 h 356048"/>
              <a:gd name="connsiteX10" fmla="*/ 383651 w 383540"/>
              <a:gd name="connsiteY10" fmla="*/ 325381 h 356048"/>
              <a:gd name="connsiteX11" fmla="*/ 383651 w 383540"/>
              <a:gd name="connsiteY11" fmla="*/ 214735 h 356048"/>
              <a:gd name="connsiteX12" fmla="*/ 238674 w 383540"/>
              <a:gd name="connsiteY12" fmla="*/ 214735 h 356048"/>
              <a:gd name="connsiteX13" fmla="*/ 145948 w 383540"/>
              <a:gd name="connsiteY13" fmla="*/ 191917 h 356048"/>
              <a:gd name="connsiteX14" fmla="*/ 145948 w 383540"/>
              <a:gd name="connsiteY14" fmla="*/ 185673 h 356048"/>
              <a:gd name="connsiteX15" fmla="*/ 153443 w 383540"/>
              <a:gd name="connsiteY15" fmla="*/ 178140 h 356048"/>
              <a:gd name="connsiteX16" fmla="*/ 231178 w 383540"/>
              <a:gd name="connsiteY16" fmla="*/ 178140 h 356048"/>
              <a:gd name="connsiteX17" fmla="*/ 238674 w 383540"/>
              <a:gd name="connsiteY17" fmla="*/ 185673 h 356048"/>
              <a:gd name="connsiteX18" fmla="*/ 238674 w 383540"/>
              <a:gd name="connsiteY18" fmla="*/ 191917 h 356048"/>
              <a:gd name="connsiteX19" fmla="*/ 383654 w 383540"/>
              <a:gd name="connsiteY19" fmla="*/ 191917 h 356048"/>
              <a:gd name="connsiteX20" fmla="*/ 383651 w 383540"/>
              <a:gd name="connsiteY20" fmla="*/ 84284 h 356048"/>
              <a:gd name="connsiteX21" fmla="*/ 353457 w 383540"/>
              <a:gd name="connsiteY21" fmla="*/ 53501 h 356048"/>
              <a:gd name="connsiteX22" fmla="*/ 264372 w 383540"/>
              <a:gd name="connsiteY22" fmla="*/ 53501 h 356048"/>
              <a:gd name="connsiteX23" fmla="*/ 264372 w 383540"/>
              <a:gd name="connsiteY23" fmla="*/ 24870 h 356048"/>
              <a:gd name="connsiteX24" fmla="*/ 241887 w 383540"/>
              <a:gd name="connsiteY24" fmla="*/ 115 h 356048"/>
              <a:gd name="connsiteX25" fmla="*/ 142308 w 383540"/>
              <a:gd name="connsiteY25" fmla="*/ 115 h 356048"/>
              <a:gd name="connsiteX26" fmla="*/ 119822 w 383540"/>
              <a:gd name="connsiteY26" fmla="*/ 24870 h 356048"/>
              <a:gd name="connsiteX27" fmla="*/ 119822 w 383540"/>
              <a:gd name="connsiteY27" fmla="*/ 53501 h 356048"/>
              <a:gd name="connsiteX28" fmla="*/ 30523 w 383540"/>
              <a:gd name="connsiteY28" fmla="*/ 53501 h 356048"/>
              <a:gd name="connsiteX29" fmla="*/ 114 w 383540"/>
              <a:gd name="connsiteY29" fmla="*/ 84284 h 356048"/>
              <a:gd name="connsiteX30" fmla="*/ 114 w 383540"/>
              <a:gd name="connsiteY30" fmla="*/ 191917 h 356048"/>
              <a:gd name="connsiteX31" fmla="*/ 145948 w 383540"/>
              <a:gd name="connsiteY31" fmla="*/ 191917 h 356048"/>
              <a:gd name="connsiteX32" fmla="*/ 146805 w 383540"/>
              <a:gd name="connsiteY32" fmla="*/ 31113 h 356048"/>
              <a:gd name="connsiteX33" fmla="*/ 152372 w 383540"/>
              <a:gd name="connsiteY33" fmla="*/ 25516 h 356048"/>
              <a:gd name="connsiteX34" fmla="*/ 231608 w 383540"/>
              <a:gd name="connsiteY34" fmla="*/ 25516 h 356048"/>
              <a:gd name="connsiteX35" fmla="*/ 237175 w 383540"/>
              <a:gd name="connsiteY35" fmla="*/ 31113 h 356048"/>
              <a:gd name="connsiteX36" fmla="*/ 237175 w 383540"/>
              <a:gd name="connsiteY36" fmla="*/ 53286 h 356048"/>
              <a:gd name="connsiteX37" fmla="*/ 146805 w 383540"/>
              <a:gd name="connsiteY37" fmla="*/ 53286 h 356048"/>
              <a:gd name="connsiteX38" fmla="*/ 146805 w 383540"/>
              <a:gd name="connsiteY38" fmla="*/ 31113 h 356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83540" h="356048">
                <a:moveTo>
                  <a:pt x="238674" y="214735"/>
                </a:moveTo>
                <a:lnTo>
                  <a:pt x="238674" y="220977"/>
                </a:lnTo>
                <a:cubicBezTo>
                  <a:pt x="238674" y="225068"/>
                  <a:pt x="235247" y="228512"/>
                  <a:pt x="231178" y="228512"/>
                </a:cubicBezTo>
                <a:lnTo>
                  <a:pt x="153443" y="228512"/>
                </a:lnTo>
                <a:cubicBezTo>
                  <a:pt x="149375" y="228512"/>
                  <a:pt x="145948" y="225068"/>
                  <a:pt x="145948" y="220977"/>
                </a:cubicBezTo>
                <a:lnTo>
                  <a:pt x="145948" y="214735"/>
                </a:lnTo>
                <a:lnTo>
                  <a:pt x="114" y="214735"/>
                </a:lnTo>
                <a:lnTo>
                  <a:pt x="114" y="325381"/>
                </a:lnTo>
                <a:cubicBezTo>
                  <a:pt x="114" y="342388"/>
                  <a:pt x="13819" y="356164"/>
                  <a:pt x="30523" y="356164"/>
                </a:cubicBezTo>
                <a:lnTo>
                  <a:pt x="353243" y="356164"/>
                </a:lnTo>
                <a:cubicBezTo>
                  <a:pt x="370161" y="356164"/>
                  <a:pt x="383651" y="342388"/>
                  <a:pt x="383651" y="325381"/>
                </a:cubicBezTo>
                <a:lnTo>
                  <a:pt x="383651" y="214735"/>
                </a:lnTo>
                <a:lnTo>
                  <a:pt x="238674" y="214735"/>
                </a:lnTo>
                <a:moveTo>
                  <a:pt x="145948" y="191917"/>
                </a:moveTo>
                <a:lnTo>
                  <a:pt x="145948" y="185673"/>
                </a:lnTo>
                <a:cubicBezTo>
                  <a:pt x="145948" y="181584"/>
                  <a:pt x="149375" y="178140"/>
                  <a:pt x="153443" y="178140"/>
                </a:cubicBezTo>
                <a:lnTo>
                  <a:pt x="231178" y="178140"/>
                </a:lnTo>
                <a:cubicBezTo>
                  <a:pt x="235247" y="178140"/>
                  <a:pt x="238674" y="181584"/>
                  <a:pt x="238674" y="185673"/>
                </a:cubicBezTo>
                <a:lnTo>
                  <a:pt x="238674" y="191917"/>
                </a:lnTo>
                <a:lnTo>
                  <a:pt x="383654" y="191917"/>
                </a:lnTo>
                <a:lnTo>
                  <a:pt x="383651" y="84284"/>
                </a:lnTo>
                <a:cubicBezTo>
                  <a:pt x="383865" y="67278"/>
                  <a:pt x="370161" y="53501"/>
                  <a:pt x="353457" y="53501"/>
                </a:cubicBezTo>
                <a:lnTo>
                  <a:pt x="264372" y="53501"/>
                </a:lnTo>
                <a:lnTo>
                  <a:pt x="264372" y="24870"/>
                </a:lnTo>
                <a:cubicBezTo>
                  <a:pt x="264372" y="12385"/>
                  <a:pt x="254306" y="115"/>
                  <a:pt x="241887" y="115"/>
                </a:cubicBezTo>
                <a:lnTo>
                  <a:pt x="142308" y="115"/>
                </a:lnTo>
                <a:cubicBezTo>
                  <a:pt x="129887" y="115"/>
                  <a:pt x="119822" y="12385"/>
                  <a:pt x="119822" y="24870"/>
                </a:cubicBezTo>
                <a:lnTo>
                  <a:pt x="119822" y="53501"/>
                </a:lnTo>
                <a:lnTo>
                  <a:pt x="30523" y="53501"/>
                </a:lnTo>
                <a:cubicBezTo>
                  <a:pt x="13819" y="53501"/>
                  <a:pt x="114" y="67278"/>
                  <a:pt x="114" y="84284"/>
                </a:cubicBezTo>
                <a:lnTo>
                  <a:pt x="114" y="191917"/>
                </a:lnTo>
                <a:lnTo>
                  <a:pt x="145948" y="191917"/>
                </a:lnTo>
                <a:moveTo>
                  <a:pt x="146805" y="31113"/>
                </a:moveTo>
                <a:cubicBezTo>
                  <a:pt x="146805" y="28100"/>
                  <a:pt x="149161" y="25516"/>
                  <a:pt x="152372" y="25516"/>
                </a:cubicBezTo>
                <a:lnTo>
                  <a:pt x="231608" y="25516"/>
                </a:lnTo>
                <a:cubicBezTo>
                  <a:pt x="234605" y="25516"/>
                  <a:pt x="237175" y="27884"/>
                  <a:pt x="237175" y="31113"/>
                </a:cubicBezTo>
                <a:lnTo>
                  <a:pt x="237175" y="53286"/>
                </a:lnTo>
                <a:lnTo>
                  <a:pt x="146805" y="53286"/>
                </a:lnTo>
                <a:lnTo>
                  <a:pt x="146805" y="31113"/>
                </a:lnTo>
              </a:path>
            </a:pathLst>
          </a:custGeom>
          <a:solidFill>
            <a:schemeClr val="accent1">
              <a:alpha val="80000"/>
            </a:schemeClr>
          </a:solidFill>
          <a:ln w="13619" cap="flat">
            <a:noFill/>
            <a:prstDash val="solid"/>
            <a:miter/>
          </a:ln>
        </p:spPr>
        <p:txBody>
          <a:bodyPr rtlCol="0" anchor="ctr"/>
          <a:lstStyle/>
          <a:p>
            <a:endParaRPr lang="zh-CN" altLang="en-US"/>
          </a:p>
        </p:txBody>
      </p:sp>
      <p:sp>
        <p:nvSpPr>
          <p:cNvPr id="9" name="矩形 8"/>
          <p:cNvSpPr/>
          <p:nvPr>
            <p:custDataLst>
              <p:tags r:id="rId11"/>
            </p:custDataLst>
          </p:nvPr>
        </p:nvSpPr>
        <p:spPr>
          <a:xfrm>
            <a:off x="6573307" y="2141071"/>
            <a:ext cx="4773773" cy="1460741"/>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400" kern="0" dirty="0">
                <a:ln>
                  <a:noFill/>
                  <a:prstDash val="sysDot"/>
                </a:ln>
                <a:solidFill>
                  <a:schemeClr val="tx1">
                    <a:lumMod val="85000"/>
                    <a:lumOff val="15000"/>
                  </a:schemeClr>
                </a:solidFill>
                <a:latin typeface="+mn-ea"/>
                <a:cs typeface="+mn-ea"/>
              </a:rPr>
              <a:t>每日互动联合中国数安港，将可信数据空间技术和DeepSeek - V3、DeepSeek - R1等大模型进行融合，实现了日均10亿级数据的安全流通，为激活数据资产价值奠定基础。</a:t>
            </a:r>
            <a:endParaRPr lang="zh-CN" altLang="en-US" sz="1400" kern="0" dirty="0">
              <a:ln>
                <a:noFill/>
                <a:prstDash val="sysDot"/>
              </a:ln>
              <a:solidFill>
                <a:schemeClr val="tx1">
                  <a:lumMod val="85000"/>
                  <a:lumOff val="15000"/>
                </a:schemeClr>
              </a:solidFill>
              <a:latin typeface="+mn-ea"/>
              <a:cs typeface="+mn-ea"/>
            </a:endParaRPr>
          </a:p>
        </p:txBody>
      </p:sp>
      <p:sp>
        <p:nvSpPr>
          <p:cNvPr id="21" name="矩形 20"/>
          <p:cNvSpPr/>
          <p:nvPr>
            <p:custDataLst>
              <p:tags r:id="rId12"/>
            </p:custDataLst>
          </p:nvPr>
        </p:nvSpPr>
        <p:spPr>
          <a:xfrm>
            <a:off x="6573307" y="1637888"/>
            <a:ext cx="4773773" cy="407177"/>
          </a:xfrm>
          <a:prstGeom prst="rect">
            <a:avLst/>
          </a:prstGeom>
          <a:noFill/>
        </p:spPr>
        <p:txBody>
          <a:bodyPr wrap="square" lIns="0" tIns="0" rIns="0" bIns="0" rtlCol="0" anchor="b">
            <a:noAutofit/>
          </a:bodyPr>
          <a:p>
            <a:pPr>
              <a:spcBef>
                <a:spcPct val="0"/>
              </a:spcBef>
              <a:spcAft>
                <a:spcPct val="0"/>
              </a:spcAft>
            </a:pPr>
            <a:r>
              <a:rPr lang="zh-CN" altLang="en-US" b="1" dirty="0">
                <a:solidFill>
                  <a:schemeClr val="accent1"/>
                </a:solidFill>
                <a:latin typeface="+mn-ea"/>
                <a:cs typeface="+mn-ea"/>
              </a:rPr>
              <a:t>可信数据空间技术保障数据安全流通</a:t>
            </a:r>
            <a:endParaRPr lang="zh-CN" altLang="en-US" b="1" dirty="0">
              <a:solidFill>
                <a:schemeClr val="accent1"/>
              </a:solidFill>
              <a:latin typeface="+mn-ea"/>
              <a:cs typeface="+mn-ea"/>
            </a:endParaRPr>
          </a:p>
        </p:txBody>
      </p:sp>
      <p:sp>
        <p:nvSpPr>
          <p:cNvPr id="22" name="椭圆 21"/>
          <p:cNvSpPr/>
          <p:nvPr>
            <p:custDataLst>
              <p:tags r:id="rId13"/>
            </p:custDataLst>
          </p:nvPr>
        </p:nvSpPr>
        <p:spPr>
          <a:xfrm>
            <a:off x="6089869" y="1711425"/>
            <a:ext cx="398463" cy="398463"/>
          </a:xfrm>
          <a:prstGeom prst="ellipse">
            <a:avLst/>
          </a:prstGeom>
          <a:solidFill>
            <a:schemeClr val="accent1"/>
          </a:solidFill>
          <a:effectLst/>
        </p:spPr>
        <p:txBody>
          <a:bodyPr wrap="none" lIns="0" tIns="0" rIns="0" bIns="0" rtlCol="0" anchor="ctr" anchorCtr="0">
            <a:normAutofit/>
          </a:bodyPr>
          <a:p>
            <a:pPr algn="ctr">
              <a:spcBef>
                <a:spcPct val="0"/>
              </a:spcBef>
              <a:spcAft>
                <a:spcPct val="0"/>
              </a:spcAft>
            </a:pPr>
            <a:r>
              <a:rPr lang="en-US" altLang="zh-CN" sz="1400" b="1" dirty="0">
                <a:solidFill>
                  <a:srgbClr val="FFFFFF"/>
                </a:solidFill>
                <a:latin typeface="+mn-ea"/>
                <a:cs typeface="+mn-ea"/>
              </a:rPr>
              <a:t>01</a:t>
            </a:r>
            <a:endParaRPr lang="zh-CN" altLang="en-US" sz="1400" b="1" dirty="0">
              <a:solidFill>
                <a:srgbClr val="FFFFFF"/>
              </a:solidFill>
              <a:latin typeface="+mn-ea"/>
              <a:cs typeface="+mn-ea"/>
            </a:endParaRPr>
          </a:p>
        </p:txBody>
      </p:sp>
      <p:sp>
        <p:nvSpPr>
          <p:cNvPr id="23" name="矩形 22"/>
          <p:cNvSpPr/>
          <p:nvPr>
            <p:custDataLst>
              <p:tags r:id="rId14"/>
            </p:custDataLst>
          </p:nvPr>
        </p:nvSpPr>
        <p:spPr>
          <a:xfrm>
            <a:off x="6573307" y="4571195"/>
            <a:ext cx="4773773" cy="1460741"/>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400" kern="0" dirty="0">
                <a:ln>
                  <a:noFill/>
                  <a:prstDash val="sysDot"/>
                </a:ln>
                <a:solidFill>
                  <a:schemeClr val="tx1">
                    <a:lumMod val="85000"/>
                    <a:lumOff val="15000"/>
                  </a:schemeClr>
                </a:solidFill>
                <a:latin typeface="+mn-ea"/>
                <a:cs typeface="+mn-ea"/>
              </a:rPr>
              <a:t>通过可信数据空间技术保障的数据安全流通，使得数据要素能够在合法合规的前提下充分流动，从而激活了数据资产的潜在价值，为企业和行业发展带来新的机遇。</a:t>
            </a:r>
            <a:endParaRPr lang="zh-CN" altLang="en-US" sz="1400" kern="0" dirty="0">
              <a:ln>
                <a:noFill/>
                <a:prstDash val="sysDot"/>
              </a:ln>
              <a:solidFill>
                <a:schemeClr val="tx1">
                  <a:lumMod val="85000"/>
                  <a:lumOff val="15000"/>
                </a:schemeClr>
              </a:solidFill>
              <a:latin typeface="+mn-ea"/>
              <a:cs typeface="+mn-ea"/>
            </a:endParaRPr>
          </a:p>
        </p:txBody>
      </p:sp>
      <p:sp>
        <p:nvSpPr>
          <p:cNvPr id="24" name="矩形 23"/>
          <p:cNvSpPr/>
          <p:nvPr>
            <p:custDataLst>
              <p:tags r:id="rId15"/>
            </p:custDataLst>
          </p:nvPr>
        </p:nvSpPr>
        <p:spPr>
          <a:xfrm>
            <a:off x="6573307" y="4068011"/>
            <a:ext cx="4773773" cy="407177"/>
          </a:xfrm>
          <a:prstGeom prst="rect">
            <a:avLst/>
          </a:prstGeom>
          <a:noFill/>
        </p:spPr>
        <p:txBody>
          <a:bodyPr wrap="square" lIns="0" tIns="0" rIns="0" bIns="0" rtlCol="0" anchor="b">
            <a:noAutofit/>
          </a:bodyPr>
          <a:p>
            <a:pPr>
              <a:spcBef>
                <a:spcPct val="0"/>
              </a:spcBef>
              <a:spcAft>
                <a:spcPct val="0"/>
              </a:spcAft>
            </a:pPr>
            <a:r>
              <a:rPr lang="zh-CN" altLang="en-US" b="1">
                <a:solidFill>
                  <a:schemeClr val="accent1"/>
                </a:solidFill>
                <a:latin typeface="+mn-ea"/>
                <a:cs typeface="+mn-ea"/>
              </a:rPr>
              <a:t>数据安全流通激活数据资产价值</a:t>
            </a:r>
            <a:endParaRPr lang="zh-CN" altLang="en-US" b="1">
              <a:solidFill>
                <a:schemeClr val="accent1"/>
              </a:solidFill>
              <a:latin typeface="+mn-ea"/>
              <a:cs typeface="+mn-ea"/>
            </a:endParaRPr>
          </a:p>
        </p:txBody>
      </p:sp>
      <p:sp>
        <p:nvSpPr>
          <p:cNvPr id="25" name="椭圆 24"/>
          <p:cNvSpPr/>
          <p:nvPr>
            <p:custDataLst>
              <p:tags r:id="rId16"/>
            </p:custDataLst>
          </p:nvPr>
        </p:nvSpPr>
        <p:spPr>
          <a:xfrm>
            <a:off x="6089869" y="4141548"/>
            <a:ext cx="398463" cy="398463"/>
          </a:xfrm>
          <a:prstGeom prst="ellipse">
            <a:avLst/>
          </a:prstGeom>
          <a:solidFill>
            <a:schemeClr val="accent1"/>
          </a:solidFill>
          <a:effectLst/>
        </p:spPr>
        <p:txBody>
          <a:bodyPr wrap="none" lIns="0" tIns="0" rIns="0" bIns="0" rtlCol="0" anchor="ctr" anchorCtr="0">
            <a:normAutofit/>
          </a:bodyPr>
          <a:p>
            <a:pPr algn="ctr">
              <a:spcBef>
                <a:spcPct val="0"/>
              </a:spcBef>
              <a:spcAft>
                <a:spcPct val="0"/>
              </a:spcAft>
            </a:pPr>
            <a:r>
              <a:rPr lang="en-US" altLang="zh-CN" sz="1400" b="1">
                <a:solidFill>
                  <a:srgbClr val="FFFFFF"/>
                </a:solidFill>
                <a:latin typeface="+mn-ea"/>
                <a:cs typeface="+mn-ea"/>
              </a:rPr>
              <a:t>02</a:t>
            </a:r>
            <a:endParaRPr lang="zh-CN" altLang="en-US" sz="1400" b="1">
              <a:solidFill>
                <a:srgbClr val="FFFFFF"/>
              </a:solidFill>
              <a:latin typeface="+mn-ea"/>
              <a:cs typeface="+mn-ea"/>
            </a:endParaRPr>
          </a:p>
        </p:txBody>
      </p:sp>
    </p:spTree>
    <p:custDataLst>
      <p:tags r:id="rId17"/>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95960" y="360045"/>
            <a:ext cx="6863080" cy="720090"/>
          </a:xfrm>
        </p:spPr>
        <p:txBody>
          <a:bodyPr/>
          <a:lstStyle/>
          <a:p>
            <a:r>
              <a:rPr lang="zh-CN" altLang="en-US"/>
              <a:t>开发者生态培育</a:t>
            </a:r>
            <a:endParaRPr lang="zh-CN" altLang="en-US"/>
          </a:p>
        </p:txBody>
      </p:sp>
      <p:pic>
        <p:nvPicPr>
          <p:cNvPr id="18" name="图片 17" descr="/data/temp/7b3906db-0a34-11f0-82a5-164c3154ad90.jpg7b3906db-0a34-11f0-82a5-164c3154ad90"/>
          <p:cNvPicPr>
            <a:picLocks noChangeAspect="1"/>
          </p:cNvPicPr>
          <p:nvPr>
            <p:custDataLst>
              <p:tags r:id="rId2"/>
            </p:custDataLst>
          </p:nvPr>
        </p:nvPicPr>
        <p:blipFill>
          <a:blip r:embed="rId3"/>
          <a:srcRect l="13748" r="10630"/>
          <a:stretch>
            <a:fillRect/>
          </a:stretch>
        </p:blipFill>
        <p:spPr>
          <a:xfrm>
            <a:off x="6254746" y="2"/>
            <a:ext cx="5937254" cy="6040858"/>
          </a:xfrm>
          <a:custGeom>
            <a:avLst/>
            <a:gdLst>
              <a:gd name="connsiteX0" fmla="*/ 2276483 w 6036950"/>
              <a:gd name="connsiteY0" fmla="*/ 0 h 6040857"/>
              <a:gd name="connsiteX1" fmla="*/ 6036950 w 6036950"/>
              <a:gd name="connsiteY1" fmla="*/ 0 h 6040857"/>
              <a:gd name="connsiteX2" fmla="*/ 6036950 w 6036950"/>
              <a:gd name="connsiteY2" fmla="*/ 2936006 h 6040857"/>
              <a:gd name="connsiteX3" fmla="*/ 4238679 w 6036950"/>
              <a:gd name="connsiteY3" fmla="*/ 5156686 h 6040857"/>
              <a:gd name="connsiteX4" fmla="*/ 884172 w 6036950"/>
              <a:gd name="connsiteY4" fmla="*/ 5509259 h 6040857"/>
              <a:gd name="connsiteX5" fmla="*/ 531600 w 6036950"/>
              <a:gd name="connsiteY5" fmla="*/ 2154752 h 6040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50" h="9513">
                <a:moveTo>
                  <a:pt x="3585" y="0"/>
                </a:moveTo>
                <a:lnTo>
                  <a:pt x="9350" y="0"/>
                </a:lnTo>
                <a:lnTo>
                  <a:pt x="9350" y="4818"/>
                </a:lnTo>
                <a:lnTo>
                  <a:pt x="6675" y="8121"/>
                </a:lnTo>
                <a:cubicBezTo>
                  <a:pt x="5370" y="9733"/>
                  <a:pt x="3004" y="9981"/>
                  <a:pt x="1392" y="8676"/>
                </a:cubicBezTo>
                <a:cubicBezTo>
                  <a:pt x="-220" y="7371"/>
                  <a:pt x="-468" y="5005"/>
                  <a:pt x="837" y="3393"/>
                </a:cubicBezTo>
                <a:lnTo>
                  <a:pt x="3585" y="0"/>
                </a:lnTo>
                <a:close/>
              </a:path>
            </a:pathLst>
          </a:custGeom>
          <a:solidFill>
            <a:schemeClr val="accent1"/>
          </a:solidFill>
          <a:ln w="9525" cap="flat" cmpd="sng" algn="ctr">
            <a:solidFill>
              <a:schemeClr val="tx1">
                <a:lumMod val="40000"/>
                <a:lumOff val="60000"/>
                <a:alpha val="50000"/>
              </a:schemeClr>
            </a:solidFill>
            <a:prstDash val="solid"/>
            <a:round/>
            <a:headEnd type="none" w="med" len="med"/>
            <a:tailEnd type="none" w="med" len="med"/>
          </a:ln>
          <a:effectLst>
            <a:outerShdw dist="254000" dir="4200000" algn="ctr" rotWithShape="0">
              <a:schemeClr val="accent1">
                <a:alpha val="15000"/>
              </a:schemeClr>
            </a:outerShdw>
          </a:effectLst>
        </p:spPr>
      </p:pic>
      <p:sp>
        <p:nvSpPr>
          <p:cNvPr id="2" name="矩形 1"/>
          <p:cNvSpPr/>
          <p:nvPr>
            <p:custDataLst>
              <p:tags r:id="rId4"/>
            </p:custDataLst>
          </p:nvPr>
        </p:nvSpPr>
        <p:spPr>
          <a:xfrm>
            <a:off x="1007749" y="2280716"/>
            <a:ext cx="4773773" cy="1460741"/>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400" kern="0" dirty="0">
                <a:ln>
                  <a:noFill/>
                  <a:prstDash val="sysDot"/>
                </a:ln>
                <a:solidFill>
                  <a:schemeClr val="tx1">
                    <a:lumMod val="85000"/>
                    <a:lumOff val="15000"/>
                  </a:schemeClr>
                </a:solidFill>
                <a:latin typeface="+mn-ea"/>
                <a:cs typeface="+mn-ea"/>
              </a:rPr>
              <a:t>DeepSeek的开源社区吸引了30万开发者参与模型优化，开发者们在社区中贡献自己的智慧和技术，推动模型不断完善。</a:t>
            </a:r>
            <a:endParaRPr lang="zh-CN" altLang="en-US" sz="1400" kern="0" dirty="0">
              <a:ln>
                <a:noFill/>
                <a:prstDash val="sysDot"/>
              </a:ln>
              <a:solidFill>
                <a:schemeClr val="tx1">
                  <a:lumMod val="85000"/>
                  <a:lumOff val="15000"/>
                </a:schemeClr>
              </a:solidFill>
              <a:latin typeface="+mn-ea"/>
              <a:cs typeface="+mn-ea"/>
            </a:endParaRPr>
          </a:p>
        </p:txBody>
      </p:sp>
      <p:sp>
        <p:nvSpPr>
          <p:cNvPr id="4" name="矩形 3"/>
          <p:cNvSpPr/>
          <p:nvPr>
            <p:custDataLst>
              <p:tags r:id="rId5"/>
            </p:custDataLst>
          </p:nvPr>
        </p:nvSpPr>
        <p:spPr>
          <a:xfrm>
            <a:off x="1007749" y="1777532"/>
            <a:ext cx="4773773" cy="407177"/>
          </a:xfrm>
          <a:prstGeom prst="rect">
            <a:avLst/>
          </a:prstGeom>
          <a:noFill/>
        </p:spPr>
        <p:txBody>
          <a:bodyPr wrap="square" lIns="0" tIns="0" rIns="0" bIns="0" rtlCol="0" anchor="b">
            <a:noAutofit/>
          </a:bodyPr>
          <a:p>
            <a:pPr>
              <a:spcBef>
                <a:spcPct val="0"/>
              </a:spcBef>
              <a:spcAft>
                <a:spcPct val="0"/>
              </a:spcAft>
            </a:pPr>
            <a:r>
              <a:rPr lang="zh-CN" altLang="en-US" b="1" dirty="0">
                <a:solidFill>
                  <a:schemeClr val="accent1"/>
                </a:solidFill>
                <a:latin typeface="+mn-ea"/>
                <a:cs typeface="+mn-ea"/>
              </a:rPr>
              <a:t>开源社区吸引开发者参与</a:t>
            </a:r>
            <a:endParaRPr lang="zh-CN" altLang="en-US" b="1" dirty="0">
              <a:solidFill>
                <a:schemeClr val="accent1"/>
              </a:solidFill>
              <a:latin typeface="+mn-ea"/>
              <a:cs typeface="+mn-ea"/>
            </a:endParaRPr>
          </a:p>
        </p:txBody>
      </p:sp>
      <p:sp>
        <p:nvSpPr>
          <p:cNvPr id="5" name="椭圆 4"/>
          <p:cNvSpPr/>
          <p:nvPr>
            <p:custDataLst>
              <p:tags r:id="rId6"/>
            </p:custDataLst>
          </p:nvPr>
        </p:nvSpPr>
        <p:spPr>
          <a:xfrm>
            <a:off x="524312" y="1851069"/>
            <a:ext cx="398463" cy="398463"/>
          </a:xfrm>
          <a:prstGeom prst="ellipse">
            <a:avLst/>
          </a:prstGeom>
          <a:solidFill>
            <a:schemeClr val="accent1"/>
          </a:solidFill>
          <a:effectLst/>
        </p:spPr>
        <p:txBody>
          <a:bodyPr wrap="none" lIns="0" tIns="0" rIns="0" bIns="0" rtlCol="0" anchor="ctr" anchorCtr="0">
            <a:normAutofit/>
          </a:bodyPr>
          <a:p>
            <a:pPr algn="ctr">
              <a:spcBef>
                <a:spcPct val="0"/>
              </a:spcBef>
              <a:spcAft>
                <a:spcPct val="0"/>
              </a:spcAft>
            </a:pPr>
            <a:r>
              <a:rPr lang="en-US" altLang="zh-CN" sz="1400" b="1" dirty="0">
                <a:solidFill>
                  <a:srgbClr val="FFFFFF"/>
                </a:solidFill>
                <a:latin typeface="+mn-ea"/>
                <a:cs typeface="+mn-ea"/>
              </a:rPr>
              <a:t>01</a:t>
            </a:r>
            <a:endParaRPr lang="zh-CN" altLang="en-US" sz="1400" b="1" dirty="0">
              <a:solidFill>
                <a:srgbClr val="FFFFFF"/>
              </a:solidFill>
              <a:latin typeface="+mn-ea"/>
              <a:cs typeface="+mn-ea"/>
            </a:endParaRPr>
          </a:p>
        </p:txBody>
      </p:sp>
      <p:sp>
        <p:nvSpPr>
          <p:cNvPr id="6" name="矩形 5"/>
          <p:cNvSpPr/>
          <p:nvPr>
            <p:custDataLst>
              <p:tags r:id="rId7"/>
            </p:custDataLst>
          </p:nvPr>
        </p:nvSpPr>
        <p:spPr>
          <a:xfrm>
            <a:off x="1007749" y="4710839"/>
            <a:ext cx="4773773" cy="1460741"/>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400" kern="0" dirty="0">
                <a:ln>
                  <a:noFill/>
                  <a:prstDash val="sysDot"/>
                </a:ln>
                <a:solidFill>
                  <a:schemeClr val="tx1">
                    <a:lumMod val="85000"/>
                    <a:lumOff val="15000"/>
                  </a:schemeClr>
                </a:solidFill>
                <a:latin typeface="+mn-ea"/>
                <a:cs typeface="+mn-ea"/>
              </a:rPr>
              <a:t>众多开发者的参与形成了技术迭代的正反馈机制，开发者对模型的优化促使模型性能不断提升，而性能提升后的模型又吸引更多开发者参与，进一步推动技术发展。</a:t>
            </a:r>
            <a:endParaRPr lang="zh-CN" altLang="en-US" sz="1400" kern="0" dirty="0">
              <a:ln>
                <a:noFill/>
                <a:prstDash val="sysDot"/>
              </a:ln>
              <a:solidFill>
                <a:schemeClr val="tx1">
                  <a:lumMod val="85000"/>
                  <a:lumOff val="15000"/>
                </a:schemeClr>
              </a:solidFill>
              <a:latin typeface="+mn-ea"/>
              <a:cs typeface="+mn-ea"/>
            </a:endParaRPr>
          </a:p>
        </p:txBody>
      </p:sp>
      <p:sp>
        <p:nvSpPr>
          <p:cNvPr id="7" name="矩形 6"/>
          <p:cNvSpPr/>
          <p:nvPr>
            <p:custDataLst>
              <p:tags r:id="rId8"/>
            </p:custDataLst>
          </p:nvPr>
        </p:nvSpPr>
        <p:spPr>
          <a:xfrm>
            <a:off x="1007749" y="4207656"/>
            <a:ext cx="4773773" cy="407177"/>
          </a:xfrm>
          <a:prstGeom prst="rect">
            <a:avLst/>
          </a:prstGeom>
          <a:noFill/>
        </p:spPr>
        <p:txBody>
          <a:bodyPr wrap="square" lIns="0" tIns="0" rIns="0" bIns="0" rtlCol="0" anchor="b">
            <a:noAutofit/>
          </a:bodyPr>
          <a:p>
            <a:pPr>
              <a:spcBef>
                <a:spcPct val="0"/>
              </a:spcBef>
              <a:spcAft>
                <a:spcPct val="0"/>
              </a:spcAft>
            </a:pPr>
            <a:r>
              <a:rPr lang="zh-CN" altLang="en-US" b="1">
                <a:solidFill>
                  <a:schemeClr val="accent1"/>
                </a:solidFill>
                <a:latin typeface="+mn-ea"/>
                <a:cs typeface="+mn-ea"/>
              </a:rPr>
              <a:t>形成技术迭代正反馈机制</a:t>
            </a:r>
            <a:endParaRPr lang="zh-CN" altLang="en-US" b="1">
              <a:solidFill>
                <a:schemeClr val="accent1"/>
              </a:solidFill>
              <a:latin typeface="+mn-ea"/>
              <a:cs typeface="+mn-ea"/>
            </a:endParaRPr>
          </a:p>
        </p:txBody>
      </p:sp>
      <p:sp>
        <p:nvSpPr>
          <p:cNvPr id="8" name="椭圆 7"/>
          <p:cNvSpPr/>
          <p:nvPr>
            <p:custDataLst>
              <p:tags r:id="rId9"/>
            </p:custDataLst>
          </p:nvPr>
        </p:nvSpPr>
        <p:spPr>
          <a:xfrm>
            <a:off x="524312" y="4281193"/>
            <a:ext cx="398463" cy="398463"/>
          </a:xfrm>
          <a:prstGeom prst="ellipse">
            <a:avLst/>
          </a:prstGeom>
          <a:solidFill>
            <a:schemeClr val="accent1"/>
          </a:solidFill>
          <a:effectLst/>
        </p:spPr>
        <p:txBody>
          <a:bodyPr wrap="none" lIns="0" tIns="0" rIns="0" bIns="0" rtlCol="0" anchor="ctr" anchorCtr="0">
            <a:normAutofit/>
          </a:bodyPr>
          <a:p>
            <a:pPr algn="ctr">
              <a:spcBef>
                <a:spcPct val="0"/>
              </a:spcBef>
              <a:spcAft>
                <a:spcPct val="0"/>
              </a:spcAft>
            </a:pPr>
            <a:r>
              <a:rPr lang="en-US" altLang="zh-CN" sz="1400" b="1">
                <a:solidFill>
                  <a:srgbClr val="FFFFFF"/>
                </a:solidFill>
                <a:latin typeface="+mn-ea"/>
                <a:cs typeface="+mn-ea"/>
              </a:rPr>
              <a:t>02</a:t>
            </a:r>
            <a:endParaRPr lang="zh-CN" altLang="en-US" sz="1400" b="1">
              <a:solidFill>
                <a:srgbClr val="FFFFFF"/>
              </a:solidFill>
              <a:latin typeface="+mn-ea"/>
              <a:cs typeface="+mn-ea"/>
            </a:endParaRPr>
          </a:p>
        </p:txBody>
      </p:sp>
    </p:spTree>
    <p:custDataLst>
      <p:tags r:id="rId10"/>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idx="2"/>
            <p:custDataLst>
              <p:tags r:id="rId1"/>
            </p:custDataLst>
          </p:nvPr>
        </p:nvSpPr>
        <p:spPr>
          <a:xfrm>
            <a:off x="1828800" y="3004185"/>
            <a:ext cx="2649220" cy="1208405"/>
          </a:xfrm>
        </p:spPr>
        <p:txBody>
          <a:bodyPr/>
          <a:lstStyle/>
          <a:p>
            <a:r>
              <a:rPr lang="zh-CN" altLang="en-US" dirty="0"/>
              <a:t>04</a:t>
            </a:r>
            <a:endParaRPr lang="zh-CN" altLang="en-US" dirty="0"/>
          </a:p>
        </p:txBody>
      </p:sp>
      <p:sp>
        <p:nvSpPr>
          <p:cNvPr id="8" name="标题 7"/>
          <p:cNvSpPr>
            <a:spLocks noGrp="1"/>
          </p:cNvSpPr>
          <p:nvPr>
            <p:ph type="title" idx="1"/>
            <p:custDataLst>
              <p:tags r:id="rId2"/>
            </p:custDataLst>
          </p:nvPr>
        </p:nvSpPr>
        <p:spPr>
          <a:xfrm>
            <a:off x="6732905" y="2092325"/>
            <a:ext cx="5005070" cy="1684020"/>
          </a:xfrm>
        </p:spPr>
        <p:txBody>
          <a:bodyPr/>
          <a:lstStyle/>
          <a:p>
            <a:r>
              <a:rPr lang="zh-CN" altLang="en-US" dirty="0"/>
              <a:t>国际竞争格局演变</a:t>
            </a:r>
            <a:endParaRPr lang="zh-CN" altLang="en-US" dirty="0"/>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全球资本流向变革</a:t>
            </a:r>
            <a:endParaRPr lang="zh-CN" altLang="en-US"/>
          </a:p>
        </p:txBody>
      </p:sp>
      <p:sp>
        <p:nvSpPr>
          <p:cNvPr id="2" name="圆角矩形 1"/>
          <p:cNvSpPr/>
          <p:nvPr>
            <p:custDataLst>
              <p:tags r:id="rId2"/>
            </p:custDataLst>
          </p:nvPr>
        </p:nvSpPr>
        <p:spPr>
          <a:xfrm>
            <a:off x="6791642" y="1870075"/>
            <a:ext cx="4072890" cy="4354830"/>
          </a:xfrm>
          <a:prstGeom prst="roundRect">
            <a:avLst>
              <a:gd name="adj" fmla="val 2258"/>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custDataLst>
              <p:tags r:id="rId3"/>
            </p:custDataLst>
          </p:nvPr>
        </p:nvSpPr>
        <p:spPr>
          <a:xfrm>
            <a:off x="7248207" y="3083560"/>
            <a:ext cx="3160395" cy="2599690"/>
          </a:xfrm>
          <a:prstGeom prst="rect">
            <a:avLst/>
          </a:prstGeom>
        </p:spPr>
        <p:txBody>
          <a:bodyPr wrap="square" lIns="0" tIns="0" rIns="0" bIns="0">
            <a:noAutofit/>
          </a:bodyPr>
          <a:p>
            <a:pPr algn="ctr">
              <a:lnSpc>
                <a:spcPct val="150000"/>
              </a:lnSpc>
              <a:spcBef>
                <a:spcPct val="0"/>
              </a:spcBef>
              <a:spcAft>
                <a:spcPct val="0"/>
              </a:spcAft>
            </a:pPr>
            <a:r>
              <a:rPr lang="zh-CN" altLang="en-US" sz="1400" dirty="0">
                <a:ln>
                  <a:noFill/>
                  <a:prstDash val="sysDot"/>
                </a:ln>
                <a:solidFill>
                  <a:schemeClr val="tx1">
                    <a:lumMod val="85000"/>
                    <a:lumOff val="15000"/>
                  </a:schemeClr>
                </a:solidFill>
                <a:latin typeface="+mn-ea"/>
                <a:cs typeface="+mn-ea"/>
              </a:rPr>
              <a:t>今年以来，全球对冲基金一直抢购中国股票。在DeepSeek快速走热的当周（2月3日至7日），对冲基金买入中国股票的力度为四个多月来最强，在岸和离岸中国股票合计成为高盛全球范围内的大宗经纪业务中“名义净买入最高的市场”。</a:t>
            </a:r>
            <a:endParaRPr lang="zh-CN" altLang="en-US" sz="1400" dirty="0">
              <a:ln>
                <a:noFill/>
                <a:prstDash val="sysDot"/>
              </a:ln>
              <a:solidFill>
                <a:schemeClr val="tx1">
                  <a:lumMod val="85000"/>
                  <a:lumOff val="15000"/>
                </a:schemeClr>
              </a:solidFill>
              <a:latin typeface="+mn-ea"/>
              <a:cs typeface="+mn-ea"/>
            </a:endParaRPr>
          </a:p>
        </p:txBody>
      </p:sp>
      <p:sp>
        <p:nvSpPr>
          <p:cNvPr id="14" name="矩形 13"/>
          <p:cNvSpPr/>
          <p:nvPr>
            <p:custDataLst>
              <p:tags r:id="rId4"/>
            </p:custDataLst>
          </p:nvPr>
        </p:nvSpPr>
        <p:spPr>
          <a:xfrm>
            <a:off x="7248207" y="2459355"/>
            <a:ext cx="3160395" cy="442595"/>
          </a:xfrm>
          <a:prstGeom prst="rect">
            <a:avLst/>
          </a:prstGeom>
          <a:noFill/>
        </p:spPr>
        <p:txBody>
          <a:bodyPr wrap="square" lIns="0" tIns="0" rIns="0" bIns="0" rtlCol="0" anchor="b" anchorCtr="0">
            <a:noAutofit/>
          </a:bodyPr>
          <a:p>
            <a:pPr algn="ctr">
              <a:spcBef>
                <a:spcPct val="0"/>
              </a:spcBef>
              <a:spcAft>
                <a:spcPct val="0"/>
              </a:spcAft>
            </a:pPr>
            <a:r>
              <a:rPr lang="zh-CN" altLang="en-US" sz="2400" b="1" kern="0" dirty="0">
                <a:solidFill>
                  <a:schemeClr val="accent1"/>
                </a:solidFill>
                <a:latin typeface="+mn-ea"/>
                <a:cs typeface="+mn-ea"/>
              </a:rPr>
              <a:t>对冲基金增持</a:t>
            </a:r>
            <a:endParaRPr lang="zh-CN" altLang="en-US" sz="2400" b="1" kern="0" dirty="0">
              <a:solidFill>
                <a:schemeClr val="accent1"/>
              </a:solidFill>
              <a:latin typeface="+mn-ea"/>
              <a:cs typeface="+mn-ea"/>
            </a:endParaRPr>
          </a:p>
        </p:txBody>
      </p:sp>
      <p:sp>
        <p:nvSpPr>
          <p:cNvPr id="15" name="椭圆 14"/>
          <p:cNvSpPr/>
          <p:nvPr>
            <p:custDataLst>
              <p:tags r:id="rId5"/>
            </p:custDataLst>
          </p:nvPr>
        </p:nvSpPr>
        <p:spPr>
          <a:xfrm>
            <a:off x="8382952" y="1443355"/>
            <a:ext cx="890270" cy="890270"/>
          </a:xfrm>
          <a:prstGeom prst="ellipse">
            <a:avLst/>
          </a:prstGeom>
          <a:solidFill>
            <a:schemeClr val="accent1">
              <a:alpha val="15000"/>
            </a:schemeClr>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椭圆 15"/>
          <p:cNvSpPr/>
          <p:nvPr>
            <p:custDataLst>
              <p:tags r:id="rId6"/>
            </p:custDataLst>
          </p:nvPr>
        </p:nvSpPr>
        <p:spPr>
          <a:xfrm>
            <a:off x="8413432" y="1442720"/>
            <a:ext cx="829945" cy="829945"/>
          </a:xfrm>
          <a:prstGeom prst="ellipse">
            <a:avLst/>
          </a:prstGeom>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圆角矩形 18"/>
          <p:cNvSpPr/>
          <p:nvPr>
            <p:custDataLst>
              <p:tags r:id="rId7"/>
            </p:custDataLst>
          </p:nvPr>
        </p:nvSpPr>
        <p:spPr>
          <a:xfrm>
            <a:off x="1328103" y="1870075"/>
            <a:ext cx="4072890" cy="4354830"/>
          </a:xfrm>
          <a:prstGeom prst="roundRect">
            <a:avLst>
              <a:gd name="adj" fmla="val 2258"/>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矩形 19"/>
          <p:cNvSpPr/>
          <p:nvPr>
            <p:custDataLst>
              <p:tags r:id="rId8"/>
            </p:custDataLst>
          </p:nvPr>
        </p:nvSpPr>
        <p:spPr>
          <a:xfrm>
            <a:off x="1784668" y="3083560"/>
            <a:ext cx="3160395" cy="2599690"/>
          </a:xfrm>
          <a:prstGeom prst="rect">
            <a:avLst/>
          </a:prstGeom>
        </p:spPr>
        <p:txBody>
          <a:bodyPr wrap="square" lIns="0" tIns="0" rIns="0" bIns="0">
            <a:noAutofit/>
          </a:bodyPr>
          <a:p>
            <a:pPr algn="ctr">
              <a:lnSpc>
                <a:spcPct val="150000"/>
              </a:lnSpc>
              <a:spcBef>
                <a:spcPct val="0"/>
              </a:spcBef>
              <a:spcAft>
                <a:spcPct val="0"/>
              </a:spcAft>
            </a:pPr>
            <a:r>
              <a:rPr lang="zh-CN" altLang="en-US" sz="1400" dirty="0">
                <a:ln>
                  <a:noFill/>
                  <a:prstDash val="sysDot"/>
                </a:ln>
                <a:solidFill>
                  <a:schemeClr val="tx1">
                    <a:lumMod val="85000"/>
                    <a:lumOff val="15000"/>
                  </a:schemeClr>
                </a:solidFill>
                <a:latin typeface="+mn-ea"/>
                <a:cs typeface="+mn-ea"/>
              </a:rPr>
              <a:t>高盛集团跟踪报告显示，DeepSeek的出现正激发投资者加速购买中国股票的热情。其突破性的低成本人工智能模型成为全球投资者重新评估中国资产的“催化剂”，改变中国股票估值折价的现状。</a:t>
            </a:r>
            <a:endParaRPr lang="zh-CN" altLang="en-US" sz="1400" dirty="0">
              <a:ln>
                <a:noFill/>
                <a:prstDash val="sysDot"/>
              </a:ln>
              <a:solidFill>
                <a:schemeClr val="tx1">
                  <a:lumMod val="85000"/>
                  <a:lumOff val="15000"/>
                </a:schemeClr>
              </a:solidFill>
              <a:latin typeface="+mn-ea"/>
              <a:cs typeface="+mn-ea"/>
            </a:endParaRPr>
          </a:p>
        </p:txBody>
      </p:sp>
      <p:sp>
        <p:nvSpPr>
          <p:cNvPr id="21" name="矩形 20"/>
          <p:cNvSpPr/>
          <p:nvPr>
            <p:custDataLst>
              <p:tags r:id="rId9"/>
            </p:custDataLst>
          </p:nvPr>
        </p:nvSpPr>
        <p:spPr>
          <a:xfrm>
            <a:off x="1784668" y="2459355"/>
            <a:ext cx="3160395" cy="442595"/>
          </a:xfrm>
          <a:prstGeom prst="rect">
            <a:avLst/>
          </a:prstGeom>
          <a:noFill/>
        </p:spPr>
        <p:txBody>
          <a:bodyPr wrap="square" lIns="0" tIns="0" rIns="0" bIns="0" rtlCol="0" anchor="b" anchorCtr="0">
            <a:noAutofit/>
          </a:bodyPr>
          <a:p>
            <a:pPr algn="ctr">
              <a:spcBef>
                <a:spcPct val="0"/>
              </a:spcBef>
              <a:spcAft>
                <a:spcPct val="0"/>
              </a:spcAft>
            </a:pPr>
            <a:r>
              <a:rPr lang="zh-CN" altLang="en-US" sz="2400" b="1" kern="0" dirty="0">
                <a:solidFill>
                  <a:schemeClr val="accent1"/>
                </a:solidFill>
                <a:latin typeface="+mn-ea"/>
                <a:cs typeface="+mn-ea"/>
              </a:rPr>
              <a:t>高盛报告解读</a:t>
            </a:r>
            <a:endParaRPr lang="zh-CN" altLang="en-US" sz="2400" b="1" kern="0" dirty="0">
              <a:solidFill>
                <a:schemeClr val="accent1"/>
              </a:solidFill>
              <a:latin typeface="+mn-ea"/>
              <a:cs typeface="+mn-ea"/>
            </a:endParaRPr>
          </a:p>
        </p:txBody>
      </p:sp>
      <p:cxnSp>
        <p:nvCxnSpPr>
          <p:cNvPr id="22" name="直接连接符 21"/>
          <p:cNvCxnSpPr/>
          <p:nvPr>
            <p:custDataLst>
              <p:tags r:id="rId10"/>
            </p:custDataLst>
          </p:nvPr>
        </p:nvCxnSpPr>
        <p:spPr>
          <a:xfrm>
            <a:off x="8650287" y="5868670"/>
            <a:ext cx="356235" cy="0"/>
          </a:xfrm>
          <a:prstGeom prst="line">
            <a:avLst/>
          </a:prstGeom>
          <a:ln w="47625" cap="rnd">
            <a:solidFill>
              <a:schemeClr val="accent1"/>
            </a:solidFill>
          </a:ln>
        </p:spPr>
        <p:style>
          <a:lnRef idx="2">
            <a:schemeClr val="accent1"/>
          </a:lnRef>
          <a:fillRef idx="0">
            <a:srgbClr val="FFFFFF"/>
          </a:fillRef>
          <a:effectRef idx="0">
            <a:srgbClr val="FFFFFF"/>
          </a:effectRef>
          <a:fontRef idx="minor">
            <a:schemeClr val="tx1"/>
          </a:fontRef>
        </p:style>
      </p:cxnSp>
      <p:cxnSp>
        <p:nvCxnSpPr>
          <p:cNvPr id="23" name="直接连接符 22"/>
          <p:cNvCxnSpPr/>
          <p:nvPr>
            <p:custDataLst>
              <p:tags r:id="rId11"/>
            </p:custDataLst>
          </p:nvPr>
        </p:nvCxnSpPr>
        <p:spPr>
          <a:xfrm>
            <a:off x="3186748" y="5868670"/>
            <a:ext cx="356235" cy="0"/>
          </a:xfrm>
          <a:prstGeom prst="line">
            <a:avLst/>
          </a:prstGeom>
          <a:ln w="47625" cap="rnd">
            <a:solidFill>
              <a:schemeClr val="accent1"/>
            </a:solidFill>
          </a:ln>
        </p:spPr>
        <p:style>
          <a:lnRef idx="2">
            <a:schemeClr val="accent1"/>
          </a:lnRef>
          <a:fillRef idx="0">
            <a:srgbClr val="FFFFFF"/>
          </a:fillRef>
          <a:effectRef idx="0">
            <a:srgbClr val="FFFFFF"/>
          </a:effectRef>
          <a:fontRef idx="minor">
            <a:schemeClr val="tx1"/>
          </a:fontRef>
        </p:style>
      </p:cxnSp>
      <p:sp>
        <p:nvSpPr>
          <p:cNvPr id="24" name="椭圆 23"/>
          <p:cNvSpPr/>
          <p:nvPr>
            <p:custDataLst>
              <p:tags r:id="rId12"/>
            </p:custDataLst>
          </p:nvPr>
        </p:nvSpPr>
        <p:spPr>
          <a:xfrm>
            <a:off x="2919413" y="1443355"/>
            <a:ext cx="890270" cy="890270"/>
          </a:xfrm>
          <a:prstGeom prst="ellipse">
            <a:avLst/>
          </a:prstGeom>
          <a:solidFill>
            <a:schemeClr val="accent1">
              <a:alpha val="15000"/>
            </a:schemeClr>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椭圆 24"/>
          <p:cNvSpPr/>
          <p:nvPr>
            <p:custDataLst>
              <p:tags r:id="rId13"/>
            </p:custDataLst>
          </p:nvPr>
        </p:nvSpPr>
        <p:spPr>
          <a:xfrm>
            <a:off x="2949893" y="1442720"/>
            <a:ext cx="829945" cy="829945"/>
          </a:xfrm>
          <a:prstGeom prst="ellipse">
            <a:avLst/>
          </a:prstGeom>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dirty="0"/>
          </a:p>
        </p:txBody>
      </p:sp>
      <p:pic>
        <p:nvPicPr>
          <p:cNvPr id="26" name="图形 16" descr="333438303937363b333438313038303bd7e9d6afbcdcb9b9"/>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3202623" y="1696085"/>
            <a:ext cx="323642" cy="323642"/>
          </a:xfrm>
          <a:prstGeom prst="rect">
            <a:avLst/>
          </a:prstGeom>
        </p:spPr>
      </p:pic>
      <p:pic>
        <p:nvPicPr>
          <p:cNvPr id="27" name="图形 17" descr="333438303937363b333438313039323bcfeec4bfbcc6bbae"/>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8666162" y="1695450"/>
            <a:ext cx="323851" cy="323851"/>
          </a:xfrm>
          <a:prstGeom prst="rect">
            <a:avLst/>
          </a:prstGeom>
        </p:spPr>
      </p:pic>
    </p:spTree>
    <p:custDataLst>
      <p:tags r:id="rId20"/>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data/temp/7b0a35cf-0a34-11f0-a980-2e0c37079fc9.jpg7b0a35cf-0a34-11f0-a980-2e0c37079fc9"/>
          <p:cNvPicPr>
            <a:picLocks noChangeAspect="1"/>
          </p:cNvPicPr>
          <p:nvPr>
            <p:custDataLst>
              <p:tags r:id="rId1"/>
            </p:custDataLst>
          </p:nvPr>
        </p:nvPicPr>
        <p:blipFill>
          <a:blip r:embed="rId2"/>
          <a:srcRect l="12597" r="16773"/>
          <a:stretch>
            <a:fillRect/>
          </a:stretch>
        </p:blipFill>
        <p:spPr>
          <a:xfrm>
            <a:off x="3175" y="0"/>
            <a:ext cx="4843780" cy="6858000"/>
          </a:xfrm>
          <a:prstGeom prst="rect">
            <a:avLst/>
          </a:prstGeom>
          <a:solidFill>
            <a:schemeClr val="accent1"/>
          </a:solidFill>
          <a:ln>
            <a:solidFill>
              <a:schemeClr val="accent1">
                <a:alpha val="20000"/>
              </a:schemeClr>
            </a:solidFill>
          </a:ln>
        </p:spPr>
      </p:pic>
      <p:sp>
        <p:nvSpPr>
          <p:cNvPr id="41" name="标题 40"/>
          <p:cNvSpPr>
            <a:spLocks noGrp="1"/>
          </p:cNvSpPr>
          <p:nvPr>
            <p:ph type="title"/>
            <p:custDataLst>
              <p:tags r:id="rId3"/>
            </p:custDataLst>
          </p:nvPr>
        </p:nvSpPr>
        <p:spPr>
          <a:xfrm>
            <a:off x="4839970" y="532130"/>
            <a:ext cx="6004814" cy="654050"/>
          </a:xfrm>
          <a:noFill/>
        </p:spPr>
        <p:txBody>
          <a:bodyPr wrap="square" lIns="0" tIns="0" rIns="0" bIns="0" rtlCol="0" anchor="b">
            <a:normAutofit/>
          </a:bodyPr>
          <a:lstStyle/>
          <a:p>
            <a:pPr algn="r">
              <a:lnSpc>
                <a:spcPct val="96000"/>
              </a:lnSpc>
            </a:pPr>
            <a:r>
              <a:rPr lang="zh-CN" altLang="en-US" sz="3400" dirty="0">
                <a:cs typeface="+mn-cs"/>
              </a:rPr>
              <a:t>技术标准话语权争夺</a:t>
            </a:r>
            <a:endParaRPr lang="zh-CN" altLang="en-US" sz="3400" dirty="0">
              <a:cs typeface="+mn-cs"/>
            </a:endParaRPr>
          </a:p>
        </p:txBody>
      </p:sp>
      <p:sp useBgFill="1">
        <p:nvSpPr>
          <p:cNvPr id="8" name="矩形: 圆角 4"/>
          <p:cNvSpPr/>
          <p:nvPr>
            <p:custDataLst>
              <p:tags r:id="rId4"/>
            </p:custDataLst>
          </p:nvPr>
        </p:nvSpPr>
        <p:spPr>
          <a:xfrm>
            <a:off x="2854771" y="4624620"/>
            <a:ext cx="7972169" cy="1983825"/>
          </a:xfrm>
          <a:prstGeom prst="roundRect">
            <a:avLst>
              <a:gd name="adj" fmla="val 11535"/>
            </a:avLst>
          </a:prstGeom>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lIns="0" rIns="0" rtlCol="0" anchor="ctr">
            <a:noAutofit/>
          </a:bodyPr>
          <a:p>
            <a:pPr algn="ctr"/>
            <a:endParaRPr lang="zh-CN" altLang="en-US">
              <a:solidFill>
                <a:srgbClr val="FFFFFF"/>
              </a:solidFill>
            </a:endParaRPr>
          </a:p>
        </p:txBody>
      </p:sp>
      <p:sp>
        <p:nvSpPr>
          <p:cNvPr id="7" name="矩形: 圆角 1"/>
          <p:cNvSpPr/>
          <p:nvPr>
            <p:custDataLst>
              <p:tags r:id="rId5"/>
            </p:custDataLst>
          </p:nvPr>
        </p:nvSpPr>
        <p:spPr>
          <a:xfrm>
            <a:off x="2854771" y="4624620"/>
            <a:ext cx="7972169" cy="1983825"/>
          </a:xfrm>
          <a:prstGeom prst="roundRect">
            <a:avLst>
              <a:gd name="adj" fmla="val 11535"/>
            </a:avLst>
          </a:prstGeom>
          <a:solidFill>
            <a:schemeClr val="lt1">
              <a:lumMod val="100000"/>
              <a:alpha val="20000"/>
            </a:schemeClr>
          </a:solidFill>
          <a:ln w="3175" cap="flat" cmpd="sng" algn="ctr">
            <a:solidFill>
              <a:schemeClr val="accent1">
                <a:lumMod val="100000"/>
                <a:alpha val="20000"/>
              </a:schemeClr>
            </a:solidFill>
            <a:prstDash val="solid"/>
            <a:round/>
            <a:headEnd type="none" w="med" len="med"/>
            <a:tailEnd type="none" w="med" len="med"/>
          </a:ln>
          <a:effectLst/>
        </p:spPr>
        <p:txBody>
          <a:bodyPr lIns="0" rIns="0" rtlCol="0" anchor="ctr">
            <a:noAutofit/>
          </a:bodyPr>
          <a:p>
            <a:pPr algn="ctr"/>
            <a:endParaRPr lang="zh-CN" altLang="en-US">
              <a:solidFill>
                <a:srgbClr val="FFFFFF"/>
              </a:solidFill>
            </a:endParaRPr>
          </a:p>
        </p:txBody>
      </p:sp>
      <p:sp useBgFill="1">
        <p:nvSpPr>
          <p:cNvPr id="9" name="矩形: 圆角 25"/>
          <p:cNvSpPr/>
          <p:nvPr>
            <p:custDataLst>
              <p:tags r:id="rId6"/>
            </p:custDataLst>
          </p:nvPr>
        </p:nvSpPr>
        <p:spPr>
          <a:xfrm>
            <a:off x="2854771" y="2177415"/>
            <a:ext cx="7972169" cy="1983825"/>
          </a:xfrm>
          <a:prstGeom prst="roundRect">
            <a:avLst>
              <a:gd name="adj" fmla="val 11535"/>
            </a:avLst>
          </a:prstGeom>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lIns="0" rIns="0" rtlCol="0" anchor="ctr">
            <a:noAutofit/>
          </a:bodyPr>
          <a:p>
            <a:pPr algn="ctr"/>
            <a:endParaRPr lang="zh-CN" altLang="en-US">
              <a:solidFill>
                <a:srgbClr val="FFFFFF"/>
              </a:solidFill>
            </a:endParaRPr>
          </a:p>
        </p:txBody>
      </p:sp>
      <p:sp>
        <p:nvSpPr>
          <p:cNvPr id="10" name="矩形: 圆角 1"/>
          <p:cNvSpPr/>
          <p:nvPr>
            <p:custDataLst>
              <p:tags r:id="rId7"/>
            </p:custDataLst>
          </p:nvPr>
        </p:nvSpPr>
        <p:spPr>
          <a:xfrm>
            <a:off x="2854771" y="2177415"/>
            <a:ext cx="7972169" cy="1983825"/>
          </a:xfrm>
          <a:prstGeom prst="roundRect">
            <a:avLst>
              <a:gd name="adj" fmla="val 11535"/>
            </a:avLst>
          </a:prstGeom>
          <a:solidFill>
            <a:schemeClr val="lt1">
              <a:lumMod val="100000"/>
              <a:alpha val="20000"/>
            </a:schemeClr>
          </a:solidFill>
          <a:ln w="3175" cap="flat" cmpd="sng" algn="ctr">
            <a:solidFill>
              <a:schemeClr val="accent1">
                <a:lumMod val="100000"/>
                <a:alpha val="20000"/>
              </a:schemeClr>
            </a:solidFill>
            <a:prstDash val="solid"/>
            <a:round/>
            <a:headEnd type="none" w="med" len="med"/>
            <a:tailEnd type="none" w="med" len="med"/>
          </a:ln>
          <a:effectLst/>
        </p:spPr>
        <p:txBody>
          <a:bodyPr lIns="0" rIns="0" rtlCol="0" anchor="ctr">
            <a:noAutofit/>
          </a:bodyPr>
          <a:p>
            <a:pPr algn="ctr"/>
            <a:endParaRPr lang="zh-CN" altLang="en-US">
              <a:solidFill>
                <a:srgbClr val="FFFFFF"/>
              </a:solidFill>
            </a:endParaRPr>
          </a:p>
        </p:txBody>
      </p:sp>
      <p:sp>
        <p:nvSpPr>
          <p:cNvPr id="11" name="椭圆 10"/>
          <p:cNvSpPr/>
          <p:nvPr>
            <p:custDataLst>
              <p:tags r:id="rId8"/>
            </p:custDataLst>
          </p:nvPr>
        </p:nvSpPr>
        <p:spPr>
          <a:xfrm>
            <a:off x="3293996" y="2864539"/>
            <a:ext cx="610212" cy="610212"/>
          </a:xfrm>
          <a:prstGeom prst="ellipse">
            <a:avLst/>
          </a:prstGeom>
          <a:gradFill>
            <a:gsLst>
              <a:gs pos="0">
                <a:schemeClr val="accent1"/>
              </a:gs>
              <a:gs pos="100000">
                <a:schemeClr val="accent1">
                  <a:lumMod val="75000"/>
                </a:schemeClr>
              </a:gs>
            </a:gsLst>
            <a:lin ang="7686814" scaled="0"/>
          </a:gradFill>
          <a:ln w="25400">
            <a:noFill/>
          </a:ln>
          <a:effectLst>
            <a:outerShdw blurRad="254000" dist="76200" dir="5399998" algn="ctr" rotWithShape="0">
              <a:schemeClr val="accent1">
                <a:alpha val="2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lIns="0" tIns="0" rIns="0" bIns="0" numCol="1" spcCol="0" rtlCol="0" fromWordArt="0" anchor="ctr" anchorCtr="0" forceAA="0" compatLnSpc="1">
            <a:normAutofit/>
          </a:bodyPr>
          <a:p>
            <a:pPr lvl="0" algn="ctr">
              <a:buClrTx/>
              <a:buSzTx/>
              <a:buFontTx/>
            </a:pPr>
            <a:r>
              <a:rPr lang="en-US" altLang="zh-CN" sz="2400" b="1" dirty="0">
                <a:solidFill>
                  <a:srgbClr val="FFFFFF"/>
                </a:solidFill>
                <a:latin typeface="+mn-ea"/>
                <a:cs typeface="+mn-ea"/>
                <a:sym typeface="+mn-ea"/>
              </a:rPr>
              <a:t>01</a:t>
            </a:r>
            <a:endParaRPr lang="en-US" altLang="zh-CN" sz="2400" b="1" dirty="0">
              <a:solidFill>
                <a:srgbClr val="FFFFFF"/>
              </a:solidFill>
              <a:latin typeface="+mn-ea"/>
              <a:cs typeface="+mn-ea"/>
              <a:sym typeface="+mn-ea"/>
            </a:endParaRPr>
          </a:p>
        </p:txBody>
      </p:sp>
      <p:sp>
        <p:nvSpPr>
          <p:cNvPr id="12" name="矩形 11"/>
          <p:cNvSpPr/>
          <p:nvPr>
            <p:custDataLst>
              <p:tags r:id="rId9"/>
            </p:custDataLst>
          </p:nvPr>
        </p:nvSpPr>
        <p:spPr>
          <a:xfrm>
            <a:off x="4246182" y="2954800"/>
            <a:ext cx="6348750" cy="945193"/>
          </a:xfrm>
          <a:prstGeom prst="rect">
            <a:avLst/>
          </a:prstGeom>
          <a:noFill/>
        </p:spPr>
        <p:txBody>
          <a:bodyPr wrap="square" lIns="0" tIns="0" rIns="0" bIns="0" rtlCol="0" anchor="t">
            <a:noAutofit/>
          </a:bodyPr>
          <a:p>
            <a:pPr>
              <a:lnSpc>
                <a:spcPct val="150000"/>
              </a:lnSpc>
              <a:spcBef>
                <a:spcPct val="0"/>
              </a:spcBef>
              <a:spcAft>
                <a:spcPct val="0"/>
              </a:spcAft>
            </a:pPr>
            <a:r>
              <a:rPr lang="zh-CN" altLang="en-US" sz="1400" dirty="0">
                <a:solidFill>
                  <a:schemeClr val="tx1">
                    <a:lumMod val="85000"/>
                    <a:lumOff val="15000"/>
                  </a:schemeClr>
                </a:solidFill>
                <a:latin typeface="+mn-ea"/>
                <a:cs typeface="+mn-ea"/>
              </a:rPr>
              <a:t>在巴黎AI峰会上，DeepSeek推动包括法国、中国、印度、欧盟在内的60个国家和国际组织共同签署了《关于发展包容、可持续的AI造福人类与地球的声明》。</a:t>
            </a:r>
            <a:endParaRPr lang="zh-CN" altLang="en-US" sz="1400" dirty="0">
              <a:solidFill>
                <a:schemeClr val="tx1">
                  <a:lumMod val="85000"/>
                  <a:lumOff val="15000"/>
                </a:schemeClr>
              </a:solidFill>
              <a:latin typeface="+mn-ea"/>
              <a:cs typeface="+mn-ea"/>
            </a:endParaRPr>
          </a:p>
        </p:txBody>
      </p:sp>
      <p:sp>
        <p:nvSpPr>
          <p:cNvPr id="13" name="矩形 12"/>
          <p:cNvSpPr/>
          <p:nvPr>
            <p:custDataLst>
              <p:tags r:id="rId10"/>
            </p:custDataLst>
          </p:nvPr>
        </p:nvSpPr>
        <p:spPr>
          <a:xfrm>
            <a:off x="4246182" y="2439298"/>
            <a:ext cx="6348750" cy="412529"/>
          </a:xfrm>
          <a:prstGeom prst="rect">
            <a:avLst/>
          </a:prstGeom>
          <a:noFill/>
        </p:spPr>
        <p:txBody>
          <a:bodyPr wrap="square" lIns="0" tIns="0" rIns="0" bIns="0" rtlCol="0" anchor="b">
            <a:noAutofit/>
          </a:bodyPr>
          <a:p>
            <a:pPr>
              <a:spcBef>
                <a:spcPct val="0"/>
              </a:spcBef>
              <a:spcAft>
                <a:spcPct val="0"/>
              </a:spcAft>
            </a:pPr>
            <a:r>
              <a:rPr lang="zh-CN" altLang="en-US" sz="2000" b="1" dirty="0">
                <a:solidFill>
                  <a:schemeClr val="tx1">
                    <a:lumMod val="85000"/>
                    <a:lumOff val="15000"/>
                  </a:schemeClr>
                </a:solidFill>
                <a:latin typeface="+mn-ea"/>
                <a:cs typeface="+mn-ea"/>
              </a:rPr>
              <a:t>巴黎AI峰会成果</a:t>
            </a:r>
            <a:endParaRPr lang="zh-CN" altLang="en-US" sz="2000" b="1" dirty="0">
              <a:solidFill>
                <a:schemeClr val="tx1">
                  <a:lumMod val="85000"/>
                  <a:lumOff val="15000"/>
                </a:schemeClr>
              </a:solidFill>
              <a:latin typeface="+mn-ea"/>
              <a:cs typeface="+mn-ea"/>
            </a:endParaRPr>
          </a:p>
        </p:txBody>
      </p:sp>
      <p:sp>
        <p:nvSpPr>
          <p:cNvPr id="14" name="椭圆 13"/>
          <p:cNvSpPr/>
          <p:nvPr>
            <p:custDataLst>
              <p:tags r:id="rId11"/>
            </p:custDataLst>
          </p:nvPr>
        </p:nvSpPr>
        <p:spPr>
          <a:xfrm>
            <a:off x="3293996" y="5311745"/>
            <a:ext cx="610212" cy="610212"/>
          </a:xfrm>
          <a:prstGeom prst="ellipse">
            <a:avLst/>
          </a:prstGeom>
          <a:gradFill>
            <a:gsLst>
              <a:gs pos="0">
                <a:schemeClr val="accent1"/>
              </a:gs>
              <a:gs pos="100000">
                <a:schemeClr val="accent1">
                  <a:lumMod val="75000"/>
                </a:schemeClr>
              </a:gs>
            </a:gsLst>
            <a:lin ang="7686814" scaled="0"/>
          </a:gradFill>
          <a:ln w="25400">
            <a:noFill/>
          </a:ln>
          <a:effectLst>
            <a:outerShdw blurRad="254000" dist="76200" dir="5399998" algn="ctr" rotWithShape="0">
              <a:schemeClr val="accent1">
                <a:alpha val="2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lIns="0" tIns="0" rIns="0" bIns="0" numCol="1" spcCol="0" rtlCol="0" fromWordArt="0" anchor="ctr" anchorCtr="0" forceAA="0" compatLnSpc="1">
            <a:normAutofit/>
          </a:bodyPr>
          <a:p>
            <a:pPr lvl="0" algn="ctr">
              <a:buClrTx/>
              <a:buSzTx/>
              <a:buFontTx/>
            </a:pPr>
            <a:r>
              <a:rPr lang="en-US" altLang="zh-CN" sz="2400" b="1" dirty="0">
                <a:solidFill>
                  <a:srgbClr val="FFFFFF"/>
                </a:solidFill>
                <a:latin typeface="+mn-ea"/>
                <a:cs typeface="+mn-ea"/>
                <a:sym typeface="+mn-ea"/>
              </a:rPr>
              <a:t>02</a:t>
            </a:r>
            <a:endParaRPr lang="en-US" altLang="zh-CN" sz="2400" b="1" dirty="0">
              <a:solidFill>
                <a:srgbClr val="FFFFFF"/>
              </a:solidFill>
              <a:latin typeface="+mn-ea"/>
              <a:cs typeface="+mn-ea"/>
              <a:sym typeface="+mn-ea"/>
            </a:endParaRPr>
          </a:p>
        </p:txBody>
      </p:sp>
      <p:sp>
        <p:nvSpPr>
          <p:cNvPr id="20" name="矩形 19"/>
          <p:cNvSpPr/>
          <p:nvPr>
            <p:custDataLst>
              <p:tags r:id="rId12"/>
            </p:custDataLst>
          </p:nvPr>
        </p:nvSpPr>
        <p:spPr>
          <a:xfrm>
            <a:off x="4246182" y="5402005"/>
            <a:ext cx="6348750" cy="945193"/>
          </a:xfrm>
          <a:prstGeom prst="rect">
            <a:avLst/>
          </a:prstGeom>
          <a:noFill/>
        </p:spPr>
        <p:txBody>
          <a:bodyPr wrap="square" lIns="0" tIns="0" rIns="0" bIns="0" rtlCol="0" anchor="t">
            <a:noAutofit/>
          </a:bodyPr>
          <a:p>
            <a:pPr>
              <a:lnSpc>
                <a:spcPct val="150000"/>
              </a:lnSpc>
              <a:spcBef>
                <a:spcPct val="0"/>
              </a:spcBef>
              <a:spcAft>
                <a:spcPct val="0"/>
              </a:spcAft>
            </a:pPr>
            <a:r>
              <a:rPr lang="zh-CN" altLang="en-US" sz="1400" dirty="0">
                <a:solidFill>
                  <a:schemeClr val="tx1">
                    <a:lumMod val="85000"/>
                    <a:lumOff val="15000"/>
                  </a:schemeClr>
                </a:solidFill>
                <a:latin typeface="+mn-ea"/>
                <a:cs typeface="+mn-ea"/>
              </a:rPr>
              <a:t>DeepSeek坚持开放开源的技术路线，其成功证明了AI开源的价值。此次声明的签署有助于确立开源技术标准，提升中国在人工智能技术标准方面的话语权。</a:t>
            </a:r>
            <a:endParaRPr lang="zh-CN" altLang="en-US" sz="1400" dirty="0">
              <a:solidFill>
                <a:schemeClr val="tx1">
                  <a:lumMod val="85000"/>
                  <a:lumOff val="15000"/>
                </a:schemeClr>
              </a:solidFill>
              <a:latin typeface="+mn-ea"/>
              <a:cs typeface="+mn-ea"/>
            </a:endParaRPr>
          </a:p>
        </p:txBody>
      </p:sp>
      <p:sp>
        <p:nvSpPr>
          <p:cNvPr id="21" name="矩形 20"/>
          <p:cNvSpPr/>
          <p:nvPr>
            <p:custDataLst>
              <p:tags r:id="rId13"/>
            </p:custDataLst>
          </p:nvPr>
        </p:nvSpPr>
        <p:spPr>
          <a:xfrm>
            <a:off x="4246182" y="4886503"/>
            <a:ext cx="6348750" cy="412529"/>
          </a:xfrm>
          <a:prstGeom prst="rect">
            <a:avLst/>
          </a:prstGeom>
          <a:noFill/>
        </p:spPr>
        <p:txBody>
          <a:bodyPr wrap="square" lIns="0" tIns="0" rIns="0" bIns="0" rtlCol="0" anchor="b">
            <a:noAutofit/>
          </a:bodyPr>
          <a:p>
            <a:pPr>
              <a:spcBef>
                <a:spcPct val="0"/>
              </a:spcBef>
              <a:spcAft>
                <a:spcPct val="0"/>
              </a:spcAft>
            </a:pPr>
            <a:r>
              <a:rPr lang="zh-CN" altLang="en-US" sz="2000" b="1">
                <a:solidFill>
                  <a:schemeClr val="tx1">
                    <a:lumMod val="85000"/>
                    <a:lumOff val="15000"/>
                  </a:schemeClr>
                </a:solidFill>
                <a:latin typeface="+mn-ea"/>
                <a:cs typeface="+mn-ea"/>
              </a:rPr>
              <a:t>开源技术标准确立</a:t>
            </a:r>
            <a:endParaRPr lang="zh-CN" altLang="en-US" sz="2000" b="1">
              <a:solidFill>
                <a:schemeClr val="tx1">
                  <a:lumMod val="85000"/>
                  <a:lumOff val="15000"/>
                </a:schemeClr>
              </a:solidFill>
              <a:latin typeface="+mn-ea"/>
              <a:cs typeface="+mn-ea"/>
            </a:endParaRPr>
          </a:p>
        </p:txBody>
      </p:sp>
    </p:spTree>
    <p:custDataLst>
      <p:tags r:id="rId14"/>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全球产业链重构</a:t>
            </a:r>
            <a:endParaRPr lang="zh-CN" altLang="en-US"/>
          </a:p>
        </p:txBody>
      </p:sp>
      <p:sp>
        <p:nvSpPr>
          <p:cNvPr id="2" name="矩形 1"/>
          <p:cNvSpPr/>
          <p:nvPr>
            <p:custDataLst>
              <p:tags r:id="rId2"/>
            </p:custDataLst>
          </p:nvPr>
        </p:nvSpPr>
        <p:spPr>
          <a:xfrm>
            <a:off x="3508057" y="2357120"/>
            <a:ext cx="5880735" cy="1548130"/>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400" dirty="0">
                <a:ln>
                  <a:noFill/>
                  <a:prstDash val="sysDot"/>
                </a:ln>
                <a:solidFill>
                  <a:schemeClr val="tx1">
                    <a:lumMod val="85000"/>
                    <a:lumOff val="15000"/>
                  </a:schemeClr>
                </a:solidFill>
                <a:latin typeface="+mn-ea"/>
                <a:cs typeface="+mn-ea"/>
              </a:rPr>
              <a:t>DeepSeek爆火后，TMT Breakout在与网友的讨论中，隐隐将英伟达股价下跌的原因指向DeepSeek的爆火，R1的成功可能削弱了市场对英伟达AI芯片需求的预期，导致交易员做空英伟达股票，引发其市值波动。</a:t>
            </a:r>
            <a:endParaRPr lang="zh-CN" altLang="en-US" sz="1400" dirty="0">
              <a:ln>
                <a:noFill/>
                <a:prstDash val="sysDot"/>
              </a:ln>
              <a:solidFill>
                <a:schemeClr val="tx1">
                  <a:lumMod val="85000"/>
                  <a:lumOff val="15000"/>
                </a:schemeClr>
              </a:solidFill>
              <a:latin typeface="+mn-ea"/>
              <a:cs typeface="+mn-ea"/>
            </a:endParaRPr>
          </a:p>
        </p:txBody>
      </p:sp>
      <p:sp>
        <p:nvSpPr>
          <p:cNvPr id="10" name="矩形 9"/>
          <p:cNvSpPr/>
          <p:nvPr>
            <p:custDataLst>
              <p:tags r:id="rId3"/>
            </p:custDataLst>
          </p:nvPr>
        </p:nvSpPr>
        <p:spPr>
          <a:xfrm>
            <a:off x="3507422" y="1917065"/>
            <a:ext cx="5880735" cy="394970"/>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sz="2000" b="1">
                <a:solidFill>
                  <a:schemeClr val="accent1"/>
                </a:solidFill>
                <a:latin typeface="+mn-ea"/>
                <a:cs typeface="+mn-ea"/>
              </a:rPr>
              <a:t>英伟达市值波动</a:t>
            </a:r>
            <a:endParaRPr lang="zh-CN" altLang="en-US" sz="2000" b="1">
              <a:solidFill>
                <a:schemeClr val="accent1"/>
              </a:solidFill>
              <a:latin typeface="+mn-ea"/>
              <a:cs typeface="+mn-ea"/>
            </a:endParaRPr>
          </a:p>
        </p:txBody>
      </p:sp>
      <p:sp>
        <p:nvSpPr>
          <p:cNvPr id="12" name="矩形 11"/>
          <p:cNvSpPr/>
          <p:nvPr>
            <p:custDataLst>
              <p:tags r:id="rId4"/>
            </p:custDataLst>
          </p:nvPr>
        </p:nvSpPr>
        <p:spPr>
          <a:xfrm>
            <a:off x="3508057" y="4519295"/>
            <a:ext cx="5880735" cy="1548130"/>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400" dirty="0">
                <a:ln>
                  <a:noFill/>
                  <a:prstDash val="sysDot"/>
                </a:ln>
                <a:solidFill>
                  <a:schemeClr val="tx1">
                    <a:lumMod val="85000"/>
                    <a:lumOff val="15000"/>
                  </a:schemeClr>
                </a:solidFill>
                <a:latin typeface="+mn-ea"/>
                <a:cs typeface="+mn-ea"/>
              </a:rPr>
              <a:t>受DeepSeek等因素影响，中国AI芯片自主率从15%跃升至35%。这一提升有助于减少对国外芯片的依赖，推动中国AI芯片产业的发展，重构全球AI芯片产业链格局。</a:t>
            </a:r>
            <a:endParaRPr lang="zh-CN" altLang="en-US" sz="1400" dirty="0">
              <a:ln>
                <a:noFill/>
                <a:prstDash val="sysDot"/>
              </a:ln>
              <a:solidFill>
                <a:schemeClr val="tx1">
                  <a:lumMod val="85000"/>
                  <a:lumOff val="15000"/>
                </a:schemeClr>
              </a:solidFill>
              <a:latin typeface="+mn-ea"/>
              <a:cs typeface="+mn-ea"/>
            </a:endParaRPr>
          </a:p>
        </p:txBody>
      </p:sp>
      <p:sp>
        <p:nvSpPr>
          <p:cNvPr id="14" name="矩形 13"/>
          <p:cNvSpPr/>
          <p:nvPr>
            <p:custDataLst>
              <p:tags r:id="rId5"/>
            </p:custDataLst>
          </p:nvPr>
        </p:nvSpPr>
        <p:spPr>
          <a:xfrm>
            <a:off x="3507422" y="4079240"/>
            <a:ext cx="5880735" cy="394970"/>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sz="2000" b="1">
                <a:solidFill>
                  <a:schemeClr val="accent1"/>
                </a:solidFill>
                <a:latin typeface="+mn-ea"/>
                <a:cs typeface="+mn-ea"/>
              </a:rPr>
              <a:t>中国AI芯片自主率提升</a:t>
            </a:r>
            <a:endParaRPr lang="zh-CN" altLang="en-US" sz="2000" b="1">
              <a:solidFill>
                <a:schemeClr val="accent1"/>
              </a:solidFill>
              <a:latin typeface="+mn-ea"/>
              <a:cs typeface="+mn-ea"/>
            </a:endParaRPr>
          </a:p>
        </p:txBody>
      </p:sp>
      <p:pic>
        <p:nvPicPr>
          <p:cNvPr id="15" name="图形 11"/>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2751137" y="2012315"/>
            <a:ext cx="439200" cy="439200"/>
          </a:xfrm>
          <a:prstGeom prst="rect">
            <a:avLst/>
          </a:prstGeom>
        </p:spPr>
      </p:pic>
      <p:pic>
        <p:nvPicPr>
          <p:cNvPr id="16" name="图形 18"/>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2750502" y="4193540"/>
            <a:ext cx="439200" cy="435446"/>
          </a:xfrm>
          <a:prstGeom prst="rect">
            <a:avLst/>
          </a:prstGeom>
        </p:spPr>
      </p:pic>
    </p:spTree>
    <p:custDataLst>
      <p:tags r:id="rId1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idx="2"/>
            <p:custDataLst>
              <p:tags r:id="rId1"/>
            </p:custDataLst>
          </p:nvPr>
        </p:nvSpPr>
        <p:spPr>
          <a:xfrm>
            <a:off x="1828800" y="3004185"/>
            <a:ext cx="2649220" cy="1208405"/>
          </a:xfrm>
        </p:spPr>
        <p:txBody>
          <a:bodyPr/>
          <a:lstStyle/>
          <a:p>
            <a:r>
              <a:rPr lang="zh-CN" altLang="en-US" dirty="0"/>
              <a:t>05</a:t>
            </a:r>
            <a:endParaRPr lang="zh-CN" altLang="en-US" dirty="0"/>
          </a:p>
        </p:txBody>
      </p:sp>
      <p:sp>
        <p:nvSpPr>
          <p:cNvPr id="8" name="标题 7"/>
          <p:cNvSpPr>
            <a:spLocks noGrp="1"/>
          </p:cNvSpPr>
          <p:nvPr>
            <p:ph type="title" idx="1"/>
            <p:custDataLst>
              <p:tags r:id="rId2"/>
            </p:custDataLst>
          </p:nvPr>
        </p:nvSpPr>
        <p:spPr>
          <a:xfrm>
            <a:off x="6732905" y="2092325"/>
            <a:ext cx="5005070" cy="1684020"/>
          </a:xfrm>
        </p:spPr>
        <p:txBody>
          <a:bodyPr/>
          <a:lstStyle/>
          <a:p>
            <a:r>
              <a:rPr lang="zh-CN" altLang="en-US" dirty="0"/>
              <a:t>未来挑战与战略机遇</a:t>
            </a:r>
            <a:endParaRPr lang="zh-CN" altLang="en-US" dirty="0"/>
          </a:p>
        </p:txBody>
      </p:sp>
    </p:spTree>
    <p:custDataLst>
      <p:tags r:id="rId3"/>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技术伦理治理框架</a:t>
            </a:r>
            <a:endParaRPr lang="zh-CN" altLang="en-US"/>
          </a:p>
        </p:txBody>
      </p:sp>
      <p:sp>
        <p:nvSpPr>
          <p:cNvPr id="3" name="任意多边形: 形状 5"/>
          <p:cNvSpPr>
            <a:spLocks noChangeAspect="1"/>
          </p:cNvSpPr>
          <p:nvPr>
            <p:custDataLst>
              <p:tags r:id="rId2"/>
            </p:custDataLst>
          </p:nvPr>
        </p:nvSpPr>
        <p:spPr>
          <a:xfrm>
            <a:off x="-13319" y="2417575"/>
            <a:ext cx="12205936" cy="4440691"/>
          </a:xfrm>
          <a:custGeom>
            <a:avLst/>
            <a:gdLst>
              <a:gd name="connsiteX0" fmla="*/ 0 w 12205318"/>
              <a:gd name="connsiteY0" fmla="*/ 0 h 4440466"/>
              <a:gd name="connsiteX1" fmla="*/ 2537856 w 12205318"/>
              <a:gd name="connsiteY1" fmla="*/ 0 h 4440466"/>
              <a:gd name="connsiteX2" fmla="*/ 2547059 w 12205318"/>
              <a:gd name="connsiteY2" fmla="*/ 60299 h 4440466"/>
              <a:gd name="connsiteX3" fmla="*/ 3305334 w 12205318"/>
              <a:gd name="connsiteY3" fmla="*/ 678311 h 4440466"/>
              <a:gd name="connsiteX4" fmla="*/ 4063609 w 12205318"/>
              <a:gd name="connsiteY4" fmla="*/ 60299 h 4440466"/>
              <a:gd name="connsiteX5" fmla="*/ 4072812 w 12205318"/>
              <a:gd name="connsiteY5" fmla="*/ 0 h 4440466"/>
              <a:gd name="connsiteX6" fmla="*/ 7982863 w 12205318"/>
              <a:gd name="connsiteY6" fmla="*/ 0 h 4440466"/>
              <a:gd name="connsiteX7" fmla="*/ 7992066 w 12205318"/>
              <a:gd name="connsiteY7" fmla="*/ 60299 h 4440466"/>
              <a:gd name="connsiteX8" fmla="*/ 8750341 w 12205318"/>
              <a:gd name="connsiteY8" fmla="*/ 678311 h 4440466"/>
              <a:gd name="connsiteX9" fmla="*/ 9508616 w 12205318"/>
              <a:gd name="connsiteY9" fmla="*/ 60299 h 4440466"/>
              <a:gd name="connsiteX10" fmla="*/ 9517819 w 12205318"/>
              <a:gd name="connsiteY10" fmla="*/ 0 h 4440466"/>
              <a:gd name="connsiteX11" fmla="*/ 12205318 w 12205318"/>
              <a:gd name="connsiteY11" fmla="*/ 0 h 4440466"/>
              <a:gd name="connsiteX12" fmla="*/ 12205318 w 12205318"/>
              <a:gd name="connsiteY12" fmla="*/ 4440466 h 4440466"/>
              <a:gd name="connsiteX13" fmla="*/ 0 w 12205318"/>
              <a:gd name="connsiteY13" fmla="*/ 4440466 h 4440466"/>
              <a:gd name="connsiteX14" fmla="*/ 0 w 12205318"/>
              <a:gd name="connsiteY14" fmla="*/ 0 h 4440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318" h="4440466">
                <a:moveTo>
                  <a:pt x="0" y="0"/>
                </a:moveTo>
                <a:lnTo>
                  <a:pt x="2537856" y="0"/>
                </a:lnTo>
                <a:lnTo>
                  <a:pt x="2547059" y="60299"/>
                </a:lnTo>
                <a:cubicBezTo>
                  <a:pt x="2619232" y="412998"/>
                  <a:pt x="2931300" y="678311"/>
                  <a:pt x="3305334" y="678311"/>
                </a:cubicBezTo>
                <a:cubicBezTo>
                  <a:pt x="3679369" y="678311"/>
                  <a:pt x="3991437" y="412998"/>
                  <a:pt x="4063609" y="60299"/>
                </a:cubicBezTo>
                <a:lnTo>
                  <a:pt x="4072812" y="0"/>
                </a:lnTo>
                <a:lnTo>
                  <a:pt x="7982863" y="0"/>
                </a:lnTo>
                <a:lnTo>
                  <a:pt x="7992066" y="60299"/>
                </a:lnTo>
                <a:cubicBezTo>
                  <a:pt x="8064239" y="412998"/>
                  <a:pt x="8376307" y="678311"/>
                  <a:pt x="8750341" y="678311"/>
                </a:cubicBezTo>
                <a:cubicBezTo>
                  <a:pt x="9124375" y="678311"/>
                  <a:pt x="9436443" y="412998"/>
                  <a:pt x="9508616" y="60299"/>
                </a:cubicBezTo>
                <a:lnTo>
                  <a:pt x="9517819" y="0"/>
                </a:lnTo>
                <a:lnTo>
                  <a:pt x="12205318" y="0"/>
                </a:lnTo>
                <a:lnTo>
                  <a:pt x="12205318" y="4440466"/>
                </a:lnTo>
                <a:lnTo>
                  <a:pt x="0" y="4440466"/>
                </a:lnTo>
                <a:lnTo>
                  <a:pt x="0" y="0"/>
                </a:lnTo>
                <a:close/>
              </a:path>
            </a:pathLst>
          </a:custGeom>
          <a:gradFill>
            <a:gsLst>
              <a:gs pos="0">
                <a:schemeClr val="accent1"/>
              </a:gs>
              <a:gs pos="100000">
                <a:schemeClr val="accent1">
                  <a:alpha val="80000"/>
                </a:schemeClr>
              </a:gs>
            </a:gsLst>
            <a:lin ang="14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5" name="矩形 4"/>
          <p:cNvSpPr/>
          <p:nvPr>
            <p:custDataLst>
              <p:tags r:id="rId3"/>
            </p:custDataLst>
          </p:nvPr>
        </p:nvSpPr>
        <p:spPr>
          <a:xfrm>
            <a:off x="1060520" y="3864178"/>
            <a:ext cx="4462726" cy="2599573"/>
          </a:xfrm>
          <a:prstGeom prst="rect">
            <a:avLst/>
          </a:prstGeom>
        </p:spPr>
        <p:txBody>
          <a:bodyPr wrap="square" lIns="0" tIns="0" rIns="0" bIns="0" anchor="t" anchorCtr="0">
            <a:noAutofit/>
          </a:bodyPr>
          <a:p>
            <a:pPr algn="just">
              <a:lnSpc>
                <a:spcPct val="150000"/>
              </a:lnSpc>
              <a:spcBef>
                <a:spcPct val="0"/>
              </a:spcBef>
              <a:spcAft>
                <a:spcPct val="0"/>
              </a:spcAft>
            </a:pPr>
            <a:r>
              <a:rPr lang="zh-CN" altLang="en-US" dirty="0">
                <a:solidFill>
                  <a:srgbClr val="FFFFFF"/>
                </a:solidFill>
                <a:latin typeface="+mn-ea"/>
                <a:cs typeface="+mn-ea"/>
              </a:rPr>
              <a:t>在AI发展中，数据安全至关重要。以港口应用为例，DeepSeek助力港口运营，其国产技术优势确保港口运营、设施布局和货物信息的数据安全，保障供应链稳定。构建AI治理“中国方案”需强化数据安全保护机制，防止数据泄露与滥用。</a:t>
            </a:r>
            <a:endParaRPr lang="zh-CN" altLang="en-US" dirty="0">
              <a:solidFill>
                <a:srgbClr val="FFFFFF"/>
              </a:solidFill>
              <a:latin typeface="+mn-ea"/>
              <a:cs typeface="+mn-ea"/>
            </a:endParaRPr>
          </a:p>
        </p:txBody>
      </p:sp>
      <p:sp>
        <p:nvSpPr>
          <p:cNvPr id="4" name="矩形 3"/>
          <p:cNvSpPr/>
          <p:nvPr>
            <p:custDataLst>
              <p:tags r:id="rId4"/>
            </p:custDataLst>
          </p:nvPr>
        </p:nvSpPr>
        <p:spPr>
          <a:xfrm>
            <a:off x="6505921" y="3864178"/>
            <a:ext cx="4462725" cy="2599573"/>
          </a:xfrm>
          <a:prstGeom prst="rect">
            <a:avLst/>
          </a:prstGeom>
        </p:spPr>
        <p:txBody>
          <a:bodyPr wrap="square" lIns="0" tIns="0" rIns="0" bIns="0" anchor="t" anchorCtr="0">
            <a:noAutofit/>
          </a:bodyPr>
          <a:p>
            <a:pPr algn="just">
              <a:lnSpc>
                <a:spcPct val="150000"/>
              </a:lnSpc>
              <a:spcBef>
                <a:spcPct val="0"/>
              </a:spcBef>
              <a:spcAft>
                <a:spcPct val="0"/>
              </a:spcAft>
            </a:pPr>
            <a:r>
              <a:rPr lang="zh-CN" altLang="en-US" dirty="0">
                <a:solidFill>
                  <a:srgbClr val="FFFFFF"/>
                </a:solidFill>
                <a:latin typeface="+mn-ea"/>
                <a:cs typeface="+mn-ea"/>
              </a:rPr>
              <a:t>算法透明是伦理治理的关键。DeepSeek坚持开放开源技术路线，开源共享推动人工智能技术全球应用。“中国方案”应要求算法可解释、可审计，让用户了解算法决策过程，增强信任。</a:t>
            </a:r>
            <a:endParaRPr lang="zh-CN" altLang="en-US" dirty="0">
              <a:solidFill>
                <a:srgbClr val="FFFFFF"/>
              </a:solidFill>
              <a:latin typeface="+mn-ea"/>
              <a:cs typeface="+mn-ea"/>
            </a:endParaRPr>
          </a:p>
        </p:txBody>
      </p:sp>
      <p:sp>
        <p:nvSpPr>
          <p:cNvPr id="16" name="矩形 15"/>
          <p:cNvSpPr/>
          <p:nvPr>
            <p:custDataLst>
              <p:tags r:id="rId5"/>
            </p:custDataLst>
          </p:nvPr>
        </p:nvSpPr>
        <p:spPr>
          <a:xfrm>
            <a:off x="1060520" y="3168818"/>
            <a:ext cx="4462371" cy="581054"/>
          </a:xfrm>
          <a:prstGeom prst="rect">
            <a:avLst/>
          </a:prstGeom>
        </p:spPr>
        <p:txBody>
          <a:bodyPr wrap="square" lIns="0" tIns="0" rIns="0" bIns="0" anchor="b" anchorCtr="0">
            <a:noAutofit/>
          </a:bodyPr>
          <a:p>
            <a:pPr algn="ctr">
              <a:spcBef>
                <a:spcPct val="0"/>
              </a:spcBef>
              <a:spcAft>
                <a:spcPct val="0"/>
              </a:spcAft>
            </a:pPr>
            <a:r>
              <a:rPr lang="zh-CN" altLang="en-US" sz="2800" b="1">
                <a:solidFill>
                  <a:srgbClr val="FFFFFF"/>
                </a:solidFill>
                <a:latin typeface="+mn-ea"/>
                <a:cs typeface="+mn-ea"/>
              </a:rPr>
              <a:t>数据安全保障</a:t>
            </a:r>
            <a:endParaRPr lang="zh-CN" altLang="en-US" sz="2800" b="1">
              <a:solidFill>
                <a:srgbClr val="FFFFFF"/>
              </a:solidFill>
              <a:latin typeface="+mn-ea"/>
              <a:cs typeface="+mn-ea"/>
            </a:endParaRPr>
          </a:p>
        </p:txBody>
      </p:sp>
      <p:sp>
        <p:nvSpPr>
          <p:cNvPr id="17" name="矩形 16"/>
          <p:cNvSpPr/>
          <p:nvPr>
            <p:custDataLst>
              <p:tags r:id="rId6"/>
            </p:custDataLst>
          </p:nvPr>
        </p:nvSpPr>
        <p:spPr>
          <a:xfrm>
            <a:off x="6505921" y="3168818"/>
            <a:ext cx="4462371" cy="581054"/>
          </a:xfrm>
          <a:prstGeom prst="rect">
            <a:avLst/>
          </a:prstGeom>
        </p:spPr>
        <p:txBody>
          <a:bodyPr wrap="square" lIns="0" tIns="0" rIns="0" bIns="0" anchor="b" anchorCtr="0">
            <a:noAutofit/>
          </a:bodyPr>
          <a:p>
            <a:pPr algn="ctr">
              <a:spcBef>
                <a:spcPct val="0"/>
              </a:spcBef>
              <a:spcAft>
                <a:spcPct val="0"/>
              </a:spcAft>
            </a:pPr>
            <a:r>
              <a:rPr lang="zh-CN" altLang="en-US" sz="2800" b="1">
                <a:solidFill>
                  <a:srgbClr val="FFFFFF"/>
                </a:solidFill>
                <a:latin typeface="+mn-ea"/>
                <a:cs typeface="+mn-ea"/>
              </a:rPr>
              <a:t>算法透明公开</a:t>
            </a:r>
            <a:endParaRPr lang="zh-CN" altLang="en-US" sz="2800" b="1">
              <a:solidFill>
                <a:srgbClr val="FFFFFF"/>
              </a:solidFill>
              <a:latin typeface="+mn-ea"/>
              <a:cs typeface="+mn-ea"/>
            </a:endParaRPr>
          </a:p>
        </p:txBody>
      </p:sp>
      <p:sp>
        <p:nvSpPr>
          <p:cNvPr id="18" name="椭圆 17"/>
          <p:cNvSpPr>
            <a:spLocks noChangeAspect="1"/>
          </p:cNvSpPr>
          <p:nvPr>
            <p:custDataLst>
              <p:tags r:id="rId7"/>
            </p:custDataLst>
          </p:nvPr>
        </p:nvSpPr>
        <p:spPr>
          <a:xfrm>
            <a:off x="2734465" y="1751426"/>
            <a:ext cx="1116056" cy="1116056"/>
          </a:xfrm>
          <a:prstGeom prst="ellipse">
            <a:avLst/>
          </a:prstGeom>
          <a:noFill/>
          <a:ln w="31750">
            <a:solidFill>
              <a:schemeClr val="accent1">
                <a:alpha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9" name="图片 3" descr="343439383331313b343532303031393bd2b5bca8b9dcc0ed"/>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3093893" y="2111489"/>
            <a:ext cx="396020" cy="396020"/>
          </a:xfrm>
          <a:prstGeom prst="rect">
            <a:avLst/>
          </a:prstGeom>
        </p:spPr>
      </p:pic>
      <p:sp>
        <p:nvSpPr>
          <p:cNvPr id="20" name="椭圆 19"/>
          <p:cNvSpPr>
            <a:spLocks noChangeAspect="1"/>
          </p:cNvSpPr>
          <p:nvPr>
            <p:custDataLst>
              <p:tags r:id="rId11"/>
            </p:custDataLst>
          </p:nvPr>
        </p:nvSpPr>
        <p:spPr>
          <a:xfrm>
            <a:off x="8179231" y="1751426"/>
            <a:ext cx="1116056" cy="1116056"/>
          </a:xfrm>
          <a:prstGeom prst="ellipse">
            <a:avLst/>
          </a:prstGeom>
          <a:noFill/>
          <a:ln w="31750">
            <a:solidFill>
              <a:schemeClr val="accent1">
                <a:alpha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1" name="图片 4" descr="343439383331313b343532303032303bb8f6c8cbd0c5cfa2"/>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8539294" y="2111489"/>
            <a:ext cx="396020" cy="396020"/>
          </a:xfrm>
          <a:prstGeom prst="rect">
            <a:avLst/>
          </a:prstGeom>
        </p:spPr>
      </p:pic>
    </p:spTree>
    <p:custDataLst>
      <p:tags r:id="rId15"/>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data/temp/7c1cf088-0a34-11f0-9c34-4a38ab39fbd4.jpg7c1cf088-0a34-11f0-9c34-4a38ab39fbd4"/>
          <p:cNvPicPr>
            <a:picLocks noChangeAspect="1"/>
          </p:cNvPicPr>
          <p:nvPr>
            <p:custDataLst>
              <p:tags r:id="rId1"/>
            </p:custDataLst>
          </p:nvPr>
        </p:nvPicPr>
        <p:blipFill>
          <a:blip r:embed="rId2"/>
          <a:srcRect l="23390" r="8920"/>
          <a:stretch>
            <a:fillRect/>
          </a:stretch>
        </p:blipFill>
        <p:spPr>
          <a:xfrm>
            <a:off x="5920740" y="0"/>
            <a:ext cx="6277610" cy="6857365"/>
          </a:xfrm>
          <a:custGeom>
            <a:avLst/>
            <a:gdLst/>
            <a:ahLst/>
            <a:cxnLst>
              <a:cxn ang="3">
                <a:pos x="hc" y="t"/>
              </a:cxn>
              <a:cxn ang="cd2">
                <a:pos x="l" y="vc"/>
              </a:cxn>
              <a:cxn ang="cd4">
                <a:pos x="hc" y="b"/>
              </a:cxn>
              <a:cxn ang="0">
                <a:pos x="r" y="vc"/>
              </a:cxn>
            </a:cxnLst>
            <a:rect l="l" t="t" r="r" b="b"/>
            <a:pathLst>
              <a:path w="9886" h="10799">
                <a:moveTo>
                  <a:pt x="2361" y="0"/>
                </a:moveTo>
                <a:lnTo>
                  <a:pt x="9886" y="0"/>
                </a:lnTo>
                <a:lnTo>
                  <a:pt x="9886" y="10799"/>
                </a:lnTo>
                <a:lnTo>
                  <a:pt x="2232" y="10798"/>
                </a:lnTo>
                <a:lnTo>
                  <a:pt x="0" y="5399"/>
                </a:lnTo>
                <a:lnTo>
                  <a:pt x="2361" y="0"/>
                </a:lnTo>
                <a:close/>
              </a:path>
            </a:pathLst>
          </a:custGeom>
          <a:solidFill>
            <a:schemeClr val="accent1"/>
          </a:solidFill>
          <a:ln>
            <a:solidFill>
              <a:schemeClr val="accent1">
                <a:alpha val="20000"/>
              </a:schemeClr>
            </a:solidFill>
          </a:ln>
        </p:spPr>
      </p:pic>
      <p:sp>
        <p:nvSpPr>
          <p:cNvPr id="3" name="标题 2"/>
          <p:cNvSpPr>
            <a:spLocks noGrp="1"/>
          </p:cNvSpPr>
          <p:nvPr>
            <p:ph type="title"/>
            <p:custDataLst>
              <p:tags r:id="rId3"/>
            </p:custDataLst>
          </p:nvPr>
        </p:nvSpPr>
        <p:spPr>
          <a:xfrm>
            <a:off x="907732" y="1591309"/>
            <a:ext cx="4014787" cy="1462088"/>
          </a:xfrm>
        </p:spPr>
        <p:txBody>
          <a:bodyPr lIns="0" tIns="0" rIns="0" bIns="0" anchor="t" anchorCtr="0">
            <a:noAutofit/>
          </a:bodyPr>
          <a:lstStyle/>
          <a:p>
            <a:pPr algn="l"/>
            <a:r>
              <a:rPr lang="zh-CN" altLang="en-US" sz="4400" dirty="0"/>
              <a:t>技术伦理治理框架</a:t>
            </a:r>
            <a:endParaRPr lang="zh-CN" altLang="en-US" sz="4400" dirty="0"/>
          </a:p>
        </p:txBody>
      </p:sp>
      <p:sp>
        <p:nvSpPr>
          <p:cNvPr id="6" name="图形 4"/>
          <p:cNvSpPr/>
          <p:nvPr>
            <p:custDataLst>
              <p:tags r:id="rId4"/>
            </p:custDataLst>
          </p:nvPr>
        </p:nvSpPr>
        <p:spPr>
          <a:xfrm rot="10800000">
            <a:off x="5753735" y="0"/>
            <a:ext cx="1983740" cy="6858635"/>
          </a:xfrm>
          <a:custGeom>
            <a:avLst/>
            <a:gdLst>
              <a:gd name="connsiteX0" fmla="*/ 0 w 4532499"/>
              <a:gd name="connsiteY0" fmla="*/ 0 h 6847690"/>
              <a:gd name="connsiteX1" fmla="*/ 1343436 w 4532499"/>
              <a:gd name="connsiteY1" fmla="*/ 0 h 6847690"/>
              <a:gd name="connsiteX2" fmla="*/ 4532500 w 4532499"/>
              <a:gd name="connsiteY2" fmla="*/ 3423846 h 6847690"/>
              <a:gd name="connsiteX3" fmla="*/ 1343436 w 4532499"/>
              <a:gd name="connsiteY3" fmla="*/ 6847691 h 6847690"/>
              <a:gd name="connsiteX4" fmla="*/ 0 w 4532499"/>
              <a:gd name="connsiteY4" fmla="*/ 6847691 h 6847690"/>
              <a:gd name="connsiteX5" fmla="*/ 3205041 w 4532499"/>
              <a:gd name="connsiteY5" fmla="*/ 3423846 h 684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32499" h="6847690">
                <a:moveTo>
                  <a:pt x="0" y="0"/>
                </a:moveTo>
                <a:lnTo>
                  <a:pt x="1343436" y="0"/>
                </a:lnTo>
                <a:lnTo>
                  <a:pt x="4532500" y="3423846"/>
                </a:lnTo>
                <a:lnTo>
                  <a:pt x="1343436" y="6847691"/>
                </a:lnTo>
                <a:lnTo>
                  <a:pt x="0" y="6847691"/>
                </a:lnTo>
                <a:lnTo>
                  <a:pt x="3205041" y="3423846"/>
                </a:lnTo>
                <a:close/>
              </a:path>
            </a:pathLst>
          </a:custGeom>
          <a:gradFill>
            <a:gsLst>
              <a:gs pos="0">
                <a:schemeClr val="accent1">
                  <a:lumMod val="75000"/>
                </a:schemeClr>
              </a:gs>
              <a:gs pos="100000">
                <a:schemeClr val="accent1">
                  <a:lumMod val="60000"/>
                  <a:lumOff val="40000"/>
                </a:schemeClr>
              </a:gs>
            </a:gsLst>
            <a:lin ang="5400000" scaled="1"/>
          </a:gradFill>
          <a:ln w="16801" cap="flat">
            <a:noFill/>
            <a:prstDash val="solid"/>
            <a:miter/>
          </a:ln>
        </p:spPr>
        <p:txBody>
          <a:bodyPr rtlCol="0" anchor="ctr"/>
          <a:lstStyle/>
          <a:p>
            <a:endParaRPr lang="zh-CN" altLang="en-US" dirty="0">
              <a:solidFill>
                <a:schemeClr val="accent6"/>
              </a:solidFill>
            </a:endParaRPr>
          </a:p>
        </p:txBody>
      </p:sp>
      <p:sp>
        <p:nvSpPr>
          <p:cNvPr id="7" name="任意多边形: 形状 6"/>
          <p:cNvSpPr/>
          <p:nvPr>
            <p:custDataLst>
              <p:tags r:id="rId5"/>
            </p:custDataLst>
          </p:nvPr>
        </p:nvSpPr>
        <p:spPr>
          <a:xfrm>
            <a:off x="5519420" y="-635"/>
            <a:ext cx="1508125" cy="6858635"/>
          </a:xfrm>
          <a:custGeom>
            <a:avLst/>
            <a:gdLst>
              <a:gd name="connsiteX0" fmla="*/ 1410247 w 1508125"/>
              <a:gd name="connsiteY0" fmla="*/ 0 h 6858635"/>
              <a:gd name="connsiteX1" fmla="*/ 1508125 w 1508125"/>
              <a:gd name="connsiteY1" fmla="*/ 0 h 6858635"/>
              <a:gd name="connsiteX2" fmla="*/ 109273 w 1508125"/>
              <a:gd name="connsiteY2" fmla="*/ 3441458 h 6858635"/>
              <a:gd name="connsiteX3" fmla="*/ 108509 w 1508125"/>
              <a:gd name="connsiteY3" fmla="*/ 3441471 h 6858635"/>
              <a:gd name="connsiteX4" fmla="*/ 1493656 w 1508125"/>
              <a:gd name="connsiteY4" fmla="*/ 6858635 h 6858635"/>
              <a:gd name="connsiteX5" fmla="*/ 1400449 w 1508125"/>
              <a:gd name="connsiteY5" fmla="*/ 6858635 h 6858635"/>
              <a:gd name="connsiteX6" fmla="*/ 1881 w 1508125"/>
              <a:gd name="connsiteY6" fmla="*/ 3443337 h 6858635"/>
              <a:gd name="connsiteX7" fmla="*/ 0 w 1508125"/>
              <a:gd name="connsiteY7" fmla="*/ 3443370 h 6858635"/>
              <a:gd name="connsiteX8" fmla="*/ 1410247 w 1508125"/>
              <a:gd name="connsiteY8" fmla="*/ 0 h 6858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8125" h="6858635">
                <a:moveTo>
                  <a:pt x="1410247" y="0"/>
                </a:moveTo>
                <a:lnTo>
                  <a:pt x="1508125" y="0"/>
                </a:lnTo>
                <a:lnTo>
                  <a:pt x="109273" y="3441458"/>
                </a:lnTo>
                <a:lnTo>
                  <a:pt x="108509" y="3441471"/>
                </a:lnTo>
                <a:lnTo>
                  <a:pt x="1493656" y="6858635"/>
                </a:lnTo>
                <a:lnTo>
                  <a:pt x="1400449" y="6858635"/>
                </a:lnTo>
                <a:lnTo>
                  <a:pt x="1881" y="3443337"/>
                </a:lnTo>
                <a:lnTo>
                  <a:pt x="0" y="3443370"/>
                </a:lnTo>
                <a:lnTo>
                  <a:pt x="1410247"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矩形 9"/>
          <p:cNvSpPr/>
          <p:nvPr>
            <p:custDataLst>
              <p:tags r:id="rId6"/>
            </p:custDataLst>
          </p:nvPr>
        </p:nvSpPr>
        <p:spPr>
          <a:xfrm>
            <a:off x="923925" y="4117340"/>
            <a:ext cx="4596130" cy="2305050"/>
          </a:xfrm>
          <a:prstGeom prst="rect">
            <a:avLst/>
          </a:prstGeom>
          <a:noFill/>
        </p:spPr>
        <p:txBody>
          <a:bodyPr wrap="square" lIns="0" tIns="0" rIns="0" bIns="0" rtlCol="0" anchor="t" anchorCtr="0">
            <a:normAutofit/>
          </a:bodyPr>
          <a:p>
            <a:pPr marL="0" algn="l" rtl="0" eaLnBrk="1" latinLnBrk="0" hangingPunct="1">
              <a:lnSpc>
                <a:spcPct val="150000"/>
              </a:lnSpc>
              <a:spcBef>
                <a:spcPts val="0"/>
              </a:spcBef>
              <a:spcAft>
                <a:spcPts val="0"/>
              </a:spcAft>
            </a:pPr>
            <a:r>
              <a:rPr lang="zh-CN" altLang="en-US" sz="1600" kern="0" dirty="0">
                <a:ln>
                  <a:noFill/>
                  <a:prstDash val="sysDot"/>
                </a:ln>
                <a:solidFill>
                  <a:schemeClr val="tx1">
                    <a:lumMod val="85000"/>
                    <a:lumOff val="15000"/>
                  </a:schemeClr>
                </a:solidFill>
                <a:latin typeface="+mn-ea"/>
                <a:sym typeface="+mn-ea"/>
              </a:rPr>
              <a:t>需为AI应用划定清晰边界。不同行业应用DeepSeek时，要明确其适用范围和限制，避免过度应用带来的风险。如在司法领域应用，要确保其辅助办案不影响司法公正和独立。</a:t>
            </a:r>
            <a:endParaRPr lang="zh-CN" altLang="en-US" sz="1600" kern="0" dirty="0">
              <a:ln>
                <a:noFill/>
                <a:prstDash val="sysDot"/>
              </a:ln>
              <a:solidFill>
                <a:schemeClr val="tx1">
                  <a:lumMod val="85000"/>
                  <a:lumOff val="15000"/>
                </a:schemeClr>
              </a:solidFill>
              <a:latin typeface="+mn-ea"/>
              <a:sym typeface="+mn-ea"/>
            </a:endParaRPr>
          </a:p>
        </p:txBody>
      </p:sp>
      <p:sp>
        <p:nvSpPr>
          <p:cNvPr id="11" name="圆角矩形 13"/>
          <p:cNvSpPr/>
          <p:nvPr>
            <p:custDataLst>
              <p:tags r:id="rId7"/>
            </p:custDataLst>
          </p:nvPr>
        </p:nvSpPr>
        <p:spPr>
          <a:xfrm>
            <a:off x="924312" y="3474955"/>
            <a:ext cx="1827836" cy="527735"/>
          </a:xfrm>
          <a:prstGeom prst="roundRect">
            <a:avLst>
              <a:gd name="adj" fmla="val 20150"/>
            </a:avLst>
          </a:prstGeom>
          <a:gradFill>
            <a:gsLst>
              <a:gs pos="0">
                <a:schemeClr val="accent1"/>
              </a:gs>
              <a:gs pos="100000">
                <a:schemeClr val="accent1">
                  <a:lumMod val="60000"/>
                  <a:lumOff val="40000"/>
                </a:schemeClr>
              </a:gs>
            </a:gsLst>
            <a:lin ang="0" scaled="0"/>
          </a:gradFill>
          <a:ln>
            <a:noFill/>
          </a:ln>
          <a:effectLst>
            <a:outerShdw blurRad="127000" dist="38100" dir="2700000" algn="tl" rotWithShape="0">
              <a:schemeClr val="accent1">
                <a:alpha val="25000"/>
              </a:schemeClr>
            </a:outerShdw>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r>
              <a:rPr lang="zh-CN" altLang="en-US" sz="2000" b="1" dirty="0">
                <a:uFillTx/>
                <a:latin typeface="+mn-ea"/>
                <a:cs typeface="+mn-ea"/>
                <a:sym typeface="+mn-ea"/>
              </a:rPr>
              <a:t>明确应用边界</a:t>
            </a:r>
            <a:endParaRPr lang="zh-CN" altLang="en-US" sz="2000" b="1" dirty="0">
              <a:uFillTx/>
              <a:latin typeface="+mn-ea"/>
              <a:cs typeface="+mn-ea"/>
              <a:sym typeface="+mn-ea"/>
            </a:endParaRPr>
          </a:p>
        </p:txBody>
      </p:sp>
    </p:spTree>
    <p:custDataLst>
      <p:tags r:id="rId8"/>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产业政策协同创新</a:t>
            </a:r>
            <a:endParaRPr lang="zh-CN" altLang="en-US"/>
          </a:p>
        </p:txBody>
      </p:sp>
      <p:sp>
        <p:nvSpPr>
          <p:cNvPr id="7" name="椭圆 6"/>
          <p:cNvSpPr/>
          <p:nvPr>
            <p:custDataLst>
              <p:tags r:id="rId2"/>
            </p:custDataLst>
          </p:nvPr>
        </p:nvSpPr>
        <p:spPr>
          <a:xfrm rot="10800000">
            <a:off x="5944809" y="1674722"/>
            <a:ext cx="1898701" cy="1898701"/>
          </a:xfrm>
          <a:prstGeom prst="ellipse">
            <a:avLst/>
          </a:prstGeom>
          <a:solidFill>
            <a:schemeClr val="accent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椭圆 8"/>
          <p:cNvSpPr/>
          <p:nvPr>
            <p:custDataLst>
              <p:tags r:id="rId3"/>
            </p:custDataLst>
          </p:nvPr>
        </p:nvSpPr>
        <p:spPr>
          <a:xfrm rot="10800000">
            <a:off x="4349466" y="1674722"/>
            <a:ext cx="1898701" cy="1898701"/>
          </a:xfrm>
          <a:prstGeom prst="ellipse">
            <a:avLst/>
          </a:prstGeom>
          <a:solidFill>
            <a:schemeClr val="accent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矩形 12"/>
          <p:cNvSpPr/>
          <p:nvPr>
            <p:custDataLst>
              <p:tags r:id="rId4"/>
            </p:custDataLst>
          </p:nvPr>
        </p:nvSpPr>
        <p:spPr>
          <a:xfrm>
            <a:off x="2609789" y="5518107"/>
            <a:ext cx="6972740" cy="776595"/>
          </a:xfrm>
          <a:prstGeom prst="rect">
            <a:avLst/>
          </a:prstGeom>
        </p:spPr>
        <p:txBody>
          <a:bodyPr wrap="square" lIns="0" tIns="0" rIns="0" bIns="0">
            <a:noAutofit/>
          </a:bodyPr>
          <a:p>
            <a:pPr algn="just">
              <a:lnSpc>
                <a:spcPct val="130000"/>
              </a:lnSpc>
              <a:spcBef>
                <a:spcPct val="0"/>
              </a:spcBef>
              <a:spcAft>
                <a:spcPct val="0"/>
              </a:spcAft>
            </a:pPr>
            <a:r>
              <a:rPr lang="zh-CN" altLang="en-US" sz="1200" dirty="0">
                <a:solidFill>
                  <a:schemeClr val="tx1">
                    <a:lumMod val="85000"/>
                    <a:lumOff val="15000"/>
                  </a:schemeClr>
                </a:solidFill>
                <a:latin typeface="+mn-ea"/>
                <a:cs typeface="+mn-ea"/>
              </a:rPr>
              <a:t>产业政策需协同发力。政府、企业和科研机构应共同合作，制定配套政策，为AI产业发展创造良好环境，推动DeepSeek等技术在更多领域应用和创新。</a:t>
            </a:r>
            <a:endParaRPr lang="zh-CN" altLang="en-US" sz="1200" dirty="0">
              <a:solidFill>
                <a:schemeClr val="tx1">
                  <a:lumMod val="85000"/>
                  <a:lumOff val="15000"/>
                </a:schemeClr>
              </a:solidFill>
              <a:latin typeface="+mn-ea"/>
              <a:cs typeface="+mn-ea"/>
            </a:endParaRPr>
          </a:p>
        </p:txBody>
      </p:sp>
      <p:sp>
        <p:nvSpPr>
          <p:cNvPr id="14" name="矩形 13"/>
          <p:cNvSpPr/>
          <p:nvPr>
            <p:custDataLst>
              <p:tags r:id="rId5"/>
            </p:custDataLst>
          </p:nvPr>
        </p:nvSpPr>
        <p:spPr>
          <a:xfrm>
            <a:off x="2609789" y="5074885"/>
            <a:ext cx="6972740" cy="370416"/>
          </a:xfrm>
          <a:prstGeom prst="rect">
            <a:avLst/>
          </a:prstGeom>
          <a:noFill/>
        </p:spPr>
        <p:txBody>
          <a:bodyPr wrap="square" lIns="0" tIns="0" rIns="0" bIns="0" rtlCol="0" anchor="b" anchorCtr="0">
            <a:noAutofit/>
          </a:bodyPr>
          <a:p>
            <a:pPr algn="ctr">
              <a:spcBef>
                <a:spcPct val="0"/>
              </a:spcBef>
              <a:spcAft>
                <a:spcPct val="0"/>
              </a:spcAft>
            </a:pPr>
            <a:r>
              <a:rPr lang="zh-CN" altLang="en-US" sz="2000" b="1" kern="0">
                <a:solidFill>
                  <a:schemeClr val="accent1"/>
                </a:solidFill>
                <a:latin typeface="+mn-ea"/>
                <a:cs typeface="+mn-ea"/>
              </a:rPr>
              <a:t>政策协同推动发展</a:t>
            </a:r>
            <a:endParaRPr lang="zh-CN" altLang="en-US" sz="2000" b="1" kern="0">
              <a:solidFill>
                <a:schemeClr val="accent1"/>
              </a:solidFill>
              <a:latin typeface="+mn-ea"/>
              <a:cs typeface="+mn-ea"/>
            </a:endParaRPr>
          </a:p>
        </p:txBody>
      </p:sp>
      <p:sp>
        <p:nvSpPr>
          <p:cNvPr id="15" name="矩形 14"/>
          <p:cNvSpPr/>
          <p:nvPr>
            <p:custDataLst>
              <p:tags r:id="rId6"/>
            </p:custDataLst>
          </p:nvPr>
        </p:nvSpPr>
        <p:spPr>
          <a:xfrm>
            <a:off x="8245220" y="2105810"/>
            <a:ext cx="3186200" cy="1762668"/>
          </a:xfrm>
          <a:prstGeom prst="rect">
            <a:avLst/>
          </a:prstGeom>
        </p:spPr>
        <p:txBody>
          <a:bodyPr wrap="square" lIns="0" tIns="0" rIns="0" bIns="0">
            <a:noAutofit/>
          </a:bodyPr>
          <a:p>
            <a:pPr>
              <a:lnSpc>
                <a:spcPct val="130000"/>
              </a:lnSpc>
              <a:spcBef>
                <a:spcPct val="0"/>
              </a:spcBef>
              <a:spcAft>
                <a:spcPct val="0"/>
              </a:spcAft>
            </a:pPr>
            <a:r>
              <a:rPr lang="zh-CN" altLang="en-US" sz="1200" dirty="0">
                <a:solidFill>
                  <a:schemeClr val="tx1">
                    <a:lumMod val="85000"/>
                    <a:lumOff val="15000"/>
                  </a:schemeClr>
                </a:solidFill>
                <a:latin typeface="+mn-ea"/>
                <a:cs typeface="+mn-ea"/>
              </a:rPr>
              <a:t>要完善技术转化机制，促进科研成果落地。像DeepSeek的技术成果在多个行业应用，需建立高效转化机制，加速技术从实验室到市场的过程，提高产业创新能力。</a:t>
            </a:r>
            <a:endParaRPr lang="zh-CN" altLang="en-US" sz="1200" dirty="0">
              <a:solidFill>
                <a:schemeClr val="tx1">
                  <a:lumMod val="85000"/>
                  <a:lumOff val="15000"/>
                </a:schemeClr>
              </a:solidFill>
              <a:latin typeface="+mn-ea"/>
              <a:cs typeface="+mn-ea"/>
            </a:endParaRPr>
          </a:p>
        </p:txBody>
      </p:sp>
      <p:sp>
        <p:nvSpPr>
          <p:cNvPr id="19" name="矩形 18"/>
          <p:cNvSpPr/>
          <p:nvPr>
            <p:custDataLst>
              <p:tags r:id="rId7"/>
            </p:custDataLst>
          </p:nvPr>
        </p:nvSpPr>
        <p:spPr>
          <a:xfrm>
            <a:off x="8245220" y="1644067"/>
            <a:ext cx="3186200" cy="370416"/>
          </a:xfrm>
          <a:prstGeom prst="rect">
            <a:avLst/>
          </a:prstGeom>
          <a:noFill/>
        </p:spPr>
        <p:txBody>
          <a:bodyPr wrap="square" lIns="0" tIns="0" rIns="0" bIns="0" rtlCol="0" anchor="b" anchorCtr="0">
            <a:noAutofit/>
          </a:bodyPr>
          <a:p>
            <a:pPr>
              <a:spcBef>
                <a:spcPct val="0"/>
              </a:spcBef>
              <a:spcAft>
                <a:spcPct val="0"/>
              </a:spcAft>
            </a:pPr>
            <a:r>
              <a:rPr lang="zh-CN" altLang="en-US" sz="2000" b="1" kern="0">
                <a:solidFill>
                  <a:schemeClr val="accent1"/>
                </a:solidFill>
                <a:latin typeface="+mn-ea"/>
                <a:cs typeface="+mn-ea"/>
              </a:rPr>
              <a:t>完善技术转化机制</a:t>
            </a:r>
            <a:endParaRPr lang="zh-CN" altLang="en-US" sz="2000" b="1" kern="0">
              <a:solidFill>
                <a:schemeClr val="accent1"/>
              </a:solidFill>
              <a:latin typeface="+mn-ea"/>
              <a:cs typeface="+mn-ea"/>
            </a:endParaRPr>
          </a:p>
        </p:txBody>
      </p:sp>
      <p:sp>
        <p:nvSpPr>
          <p:cNvPr id="20" name="矩形 19"/>
          <p:cNvSpPr/>
          <p:nvPr>
            <p:custDataLst>
              <p:tags r:id="rId8"/>
            </p:custDataLst>
          </p:nvPr>
        </p:nvSpPr>
        <p:spPr>
          <a:xfrm>
            <a:off x="758987" y="2105810"/>
            <a:ext cx="3186200" cy="1762668"/>
          </a:xfrm>
          <a:prstGeom prst="rect">
            <a:avLst/>
          </a:prstGeom>
        </p:spPr>
        <p:txBody>
          <a:bodyPr wrap="square" lIns="0" tIns="0" rIns="0" bIns="0">
            <a:noAutofit/>
          </a:bodyPr>
          <a:p>
            <a:pPr algn="r">
              <a:lnSpc>
                <a:spcPct val="130000"/>
              </a:lnSpc>
              <a:spcBef>
                <a:spcPct val="0"/>
              </a:spcBef>
              <a:spcAft>
                <a:spcPct val="0"/>
              </a:spcAft>
            </a:pPr>
            <a:r>
              <a:rPr lang="zh-CN" altLang="en-US" sz="1200" dirty="0">
                <a:solidFill>
                  <a:schemeClr val="tx1">
                    <a:lumMod val="85000"/>
                    <a:lumOff val="15000"/>
                  </a:schemeClr>
                </a:solidFill>
                <a:latin typeface="+mn-ea"/>
                <a:cs typeface="+mn-ea"/>
              </a:rPr>
              <a:t>两会提案建议设立百亿级AI人才培养基金。DeepSeek的发展凸显了人才的重要性，通过基金可系统化培养企业数字化转型领军人才，如联合重点高校开展相关人才计划，为产业发展提供智力支持。</a:t>
            </a:r>
            <a:endParaRPr lang="zh-CN" altLang="en-US" sz="1200" dirty="0">
              <a:solidFill>
                <a:schemeClr val="tx1">
                  <a:lumMod val="85000"/>
                  <a:lumOff val="15000"/>
                </a:schemeClr>
              </a:solidFill>
              <a:latin typeface="+mn-ea"/>
              <a:cs typeface="+mn-ea"/>
            </a:endParaRPr>
          </a:p>
        </p:txBody>
      </p:sp>
      <p:sp>
        <p:nvSpPr>
          <p:cNvPr id="21" name="矩形 20"/>
          <p:cNvSpPr/>
          <p:nvPr>
            <p:custDataLst>
              <p:tags r:id="rId9"/>
            </p:custDataLst>
          </p:nvPr>
        </p:nvSpPr>
        <p:spPr>
          <a:xfrm>
            <a:off x="758987" y="1644067"/>
            <a:ext cx="3186200" cy="370416"/>
          </a:xfrm>
          <a:prstGeom prst="rect">
            <a:avLst/>
          </a:prstGeom>
          <a:noFill/>
        </p:spPr>
        <p:txBody>
          <a:bodyPr wrap="square" lIns="0" tIns="0" rIns="0" bIns="0" rtlCol="0" anchor="b" anchorCtr="0">
            <a:noAutofit/>
          </a:bodyPr>
          <a:p>
            <a:pPr algn="r">
              <a:spcBef>
                <a:spcPct val="0"/>
              </a:spcBef>
              <a:spcAft>
                <a:spcPct val="0"/>
              </a:spcAft>
            </a:pPr>
            <a:r>
              <a:rPr lang="zh-CN" altLang="en-US" sz="2000" b="1" kern="0">
                <a:solidFill>
                  <a:schemeClr val="accent1"/>
                </a:solidFill>
                <a:latin typeface="+mn-ea"/>
                <a:cs typeface="+mn-ea"/>
              </a:rPr>
              <a:t>设立人才培养基金</a:t>
            </a:r>
            <a:endParaRPr lang="zh-CN" altLang="en-US" sz="2000" b="1" kern="0">
              <a:solidFill>
                <a:schemeClr val="accent1"/>
              </a:solidFill>
              <a:latin typeface="+mn-ea"/>
              <a:cs typeface="+mn-ea"/>
            </a:endParaRPr>
          </a:p>
        </p:txBody>
      </p:sp>
      <p:sp>
        <p:nvSpPr>
          <p:cNvPr id="22" name="椭圆 21"/>
          <p:cNvSpPr/>
          <p:nvPr>
            <p:custDataLst>
              <p:tags r:id="rId10"/>
            </p:custDataLst>
          </p:nvPr>
        </p:nvSpPr>
        <p:spPr>
          <a:xfrm rot="10800000">
            <a:off x="5167574" y="3015245"/>
            <a:ext cx="1898701" cy="1898701"/>
          </a:xfrm>
          <a:prstGeom prst="ellipse">
            <a:avLst/>
          </a:prstGeom>
          <a:solidFill>
            <a:schemeClr val="accent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4" name="图片 4" descr="343439383331313b343532303032303bb8f6c8cbd0c5cfa2"/>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6698414" y="2428327"/>
            <a:ext cx="391033" cy="391033"/>
          </a:xfrm>
          <a:prstGeom prst="rect">
            <a:avLst/>
          </a:prstGeom>
        </p:spPr>
      </p:pic>
      <p:pic>
        <p:nvPicPr>
          <p:cNvPr id="25" name="图片 3" descr="343439383331313b343532303031393bd2b5bca8b9dcc0ed"/>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5099878" y="2425134"/>
            <a:ext cx="398275" cy="398275"/>
          </a:xfrm>
          <a:prstGeom prst="rect">
            <a:avLst/>
          </a:prstGeom>
        </p:spPr>
      </p:pic>
      <p:pic>
        <p:nvPicPr>
          <p:cNvPr id="26" name="图片 7" descr="343439383331313b343532303032333bc6f3d2b5bcf2bde9"/>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5921179" y="3768850"/>
            <a:ext cx="391034" cy="391034"/>
          </a:xfrm>
          <a:prstGeom prst="rect">
            <a:avLst/>
          </a:prstGeom>
        </p:spPr>
      </p:pic>
    </p:spTree>
    <p:custDataLst>
      <p:tags r:id="rId20"/>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片 34" descr="/data/temp/7c0bc5af-0a34-11f0-aa17-02d138c85016.jpg7c0bc5af-0a34-11f0-aa17-02d138c85016"/>
          <p:cNvPicPr>
            <a:picLocks noChangeAspect="1"/>
          </p:cNvPicPr>
          <p:nvPr>
            <p:custDataLst>
              <p:tags r:id="rId1"/>
            </p:custDataLst>
          </p:nvPr>
        </p:nvPicPr>
        <p:blipFill>
          <a:blip r:embed="rId2"/>
          <a:srcRect l="5556" r="5556"/>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 name="矩形: 单圆角 1"/>
          <p:cNvSpPr/>
          <p:nvPr>
            <p:custDataLst>
              <p:tags r:id="rId3"/>
            </p:custDataLst>
          </p:nvPr>
        </p:nvSpPr>
        <p:spPr>
          <a:xfrm flipH="1">
            <a:off x="696913" y="3074459"/>
            <a:ext cx="11495087" cy="3793066"/>
          </a:xfrm>
          <a:prstGeom prst="round1Rect">
            <a:avLst>
              <a:gd name="adj" fmla="val 18129"/>
            </a:avLst>
          </a:prstGeom>
          <a:solidFill>
            <a:schemeClr val="bg2">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7" name="标题 16"/>
          <p:cNvSpPr>
            <a:spLocks noGrp="1"/>
          </p:cNvSpPr>
          <p:nvPr>
            <p:ph type="title"/>
            <p:custDataLst>
              <p:tags r:id="rId4"/>
            </p:custDataLst>
          </p:nvPr>
        </p:nvSpPr>
        <p:spPr>
          <a:xfrm>
            <a:off x="1209040" y="3648710"/>
            <a:ext cx="10625455" cy="720090"/>
          </a:xfrm>
        </p:spPr>
        <p:txBody>
          <a:bodyPr/>
          <a:lstStyle/>
          <a:p>
            <a:r>
              <a:rPr lang="zh-CN" altLang="en-US" sz="4000"/>
              <a:t>全球化发展新路径</a:t>
            </a:r>
            <a:endParaRPr lang="zh-CN" altLang="en-US" sz="4000"/>
          </a:p>
        </p:txBody>
      </p:sp>
      <p:sp>
        <p:nvSpPr>
          <p:cNvPr id="19" name="矩形 18"/>
          <p:cNvSpPr/>
          <p:nvPr>
            <p:custDataLst>
              <p:tags r:id="rId5"/>
            </p:custDataLst>
          </p:nvPr>
        </p:nvSpPr>
        <p:spPr>
          <a:xfrm>
            <a:off x="5087727" y="5036820"/>
            <a:ext cx="3120754" cy="1059170"/>
          </a:xfrm>
          <a:prstGeom prst="rect">
            <a:avLst/>
          </a:prstGeom>
          <a:noFill/>
        </p:spPr>
        <p:txBody>
          <a:bodyPr wrap="square" lIns="0" tIns="0" rIns="0" bIns="0" rtlCol="0" anchor="t" anchorCtr="0">
            <a:noAutofit/>
          </a:bodyPr>
          <a:p>
            <a:pPr>
              <a:lnSpc>
                <a:spcPct val="140000"/>
              </a:lnSpc>
              <a:spcBef>
                <a:spcPct val="0"/>
              </a:spcBef>
              <a:spcAft>
                <a:spcPct val="0"/>
              </a:spcAft>
            </a:pPr>
            <a:r>
              <a:rPr lang="zh-CN" altLang="en-US" sz="1200">
                <a:ln>
                  <a:noFill/>
                  <a:prstDash val="sysDot"/>
                </a:ln>
                <a:solidFill>
                  <a:schemeClr val="tx1">
                    <a:lumMod val="85000"/>
                    <a:lumOff val="15000"/>
                  </a:schemeClr>
                </a:solidFill>
                <a:latin typeface="+mn-ea"/>
                <a:cs typeface="+mn-ea"/>
              </a:rPr>
              <a:t>在全球化发展中要规避地缘政治风险。如澳大利亚政府禁止在政府设备中使用DeepSeek，提示我们要探索新路径，减少地缘政治因素对技术出海的影响。</a:t>
            </a:r>
            <a:endParaRPr lang="zh-CN" altLang="en-US" sz="1200">
              <a:ln>
                <a:noFill/>
                <a:prstDash val="sysDot"/>
              </a:ln>
              <a:solidFill>
                <a:schemeClr val="tx1">
                  <a:lumMod val="85000"/>
                  <a:lumOff val="15000"/>
                </a:schemeClr>
              </a:solidFill>
              <a:latin typeface="+mn-ea"/>
              <a:cs typeface="+mn-ea"/>
            </a:endParaRPr>
          </a:p>
        </p:txBody>
      </p:sp>
      <p:sp>
        <p:nvSpPr>
          <p:cNvPr id="20" name="矩形 19"/>
          <p:cNvSpPr/>
          <p:nvPr>
            <p:custDataLst>
              <p:tags r:id="rId6"/>
            </p:custDataLst>
          </p:nvPr>
        </p:nvSpPr>
        <p:spPr>
          <a:xfrm>
            <a:off x="5515717" y="4653280"/>
            <a:ext cx="2692651" cy="331470"/>
          </a:xfrm>
          <a:prstGeom prst="rect">
            <a:avLst/>
          </a:prstGeom>
          <a:noFill/>
        </p:spPr>
        <p:txBody>
          <a:bodyPr wrap="square" lIns="0" tIns="0" rIns="0" bIns="0" rtlCol="0" anchor="b">
            <a:noAutofit/>
          </a:bodyPr>
          <a:p>
            <a:pPr>
              <a:spcBef>
                <a:spcPct val="0"/>
              </a:spcBef>
              <a:spcAft>
                <a:spcPct val="0"/>
              </a:spcAft>
            </a:pPr>
            <a:r>
              <a:rPr lang="zh-CN" altLang="en-US" sz="1600" b="1">
                <a:solidFill>
                  <a:schemeClr val="accent2"/>
                </a:solidFill>
                <a:latin typeface="+mn-ea"/>
                <a:cs typeface="+mn-ea"/>
              </a:rPr>
              <a:t>规避地缘政治风险</a:t>
            </a:r>
            <a:endParaRPr lang="zh-CN" altLang="en-US" sz="1600" b="1">
              <a:solidFill>
                <a:schemeClr val="accent2"/>
              </a:solidFill>
              <a:latin typeface="+mn-ea"/>
              <a:cs typeface="+mn-ea"/>
            </a:endParaRPr>
          </a:p>
        </p:txBody>
      </p:sp>
      <p:sp>
        <p:nvSpPr>
          <p:cNvPr id="21" name="矩形 20"/>
          <p:cNvSpPr/>
          <p:nvPr>
            <p:custDataLst>
              <p:tags r:id="rId7"/>
            </p:custDataLst>
          </p:nvPr>
        </p:nvSpPr>
        <p:spPr>
          <a:xfrm>
            <a:off x="8716117" y="5036820"/>
            <a:ext cx="3120754" cy="1059170"/>
          </a:xfrm>
          <a:prstGeom prst="rect">
            <a:avLst/>
          </a:prstGeom>
          <a:noFill/>
        </p:spPr>
        <p:txBody>
          <a:bodyPr wrap="square" lIns="0" tIns="0" rIns="0" bIns="0" rtlCol="0" anchor="t" anchorCtr="0">
            <a:noAutofit/>
          </a:bodyPr>
          <a:p>
            <a:pPr>
              <a:lnSpc>
                <a:spcPct val="140000"/>
              </a:lnSpc>
              <a:spcBef>
                <a:spcPct val="0"/>
              </a:spcBef>
              <a:spcAft>
                <a:spcPct val="0"/>
              </a:spcAft>
            </a:pPr>
            <a:r>
              <a:rPr lang="zh-CN" altLang="en-US" sz="1200" dirty="0">
                <a:ln>
                  <a:noFill/>
                  <a:prstDash val="sysDot"/>
                </a:ln>
                <a:solidFill>
                  <a:schemeClr val="tx1">
                    <a:lumMod val="85000"/>
                    <a:lumOff val="15000"/>
                  </a:schemeClr>
                </a:solidFill>
                <a:latin typeface="+mn-ea"/>
                <a:cs typeface="+mn-ea"/>
              </a:rPr>
              <a:t>积极拓展海外市场应用。DeepSeek已在全球引发关注，可借助技术联盟等方式，将其应用推广到更多国家和地区，实现全球化发展。</a:t>
            </a:r>
            <a:endParaRPr lang="zh-CN" altLang="en-US" sz="1200" dirty="0">
              <a:ln>
                <a:noFill/>
                <a:prstDash val="sysDot"/>
              </a:ln>
              <a:solidFill>
                <a:schemeClr val="tx1">
                  <a:lumMod val="85000"/>
                  <a:lumOff val="15000"/>
                </a:schemeClr>
              </a:solidFill>
              <a:latin typeface="+mn-ea"/>
              <a:cs typeface="+mn-ea"/>
            </a:endParaRPr>
          </a:p>
        </p:txBody>
      </p:sp>
      <p:sp>
        <p:nvSpPr>
          <p:cNvPr id="22" name="矩形 21"/>
          <p:cNvSpPr/>
          <p:nvPr>
            <p:custDataLst>
              <p:tags r:id="rId8"/>
            </p:custDataLst>
          </p:nvPr>
        </p:nvSpPr>
        <p:spPr>
          <a:xfrm>
            <a:off x="9144107" y="4653280"/>
            <a:ext cx="2692652" cy="331470"/>
          </a:xfrm>
          <a:prstGeom prst="rect">
            <a:avLst/>
          </a:prstGeom>
          <a:noFill/>
        </p:spPr>
        <p:txBody>
          <a:bodyPr wrap="square" lIns="0" tIns="0" rIns="0" bIns="0" rtlCol="0" anchor="b">
            <a:noAutofit/>
          </a:bodyPr>
          <a:p>
            <a:pPr>
              <a:spcBef>
                <a:spcPct val="0"/>
              </a:spcBef>
              <a:spcAft>
                <a:spcPct val="0"/>
              </a:spcAft>
            </a:pPr>
            <a:r>
              <a:rPr lang="zh-CN" altLang="en-US" sz="1600" b="1">
                <a:solidFill>
                  <a:schemeClr val="accent1"/>
                </a:solidFill>
                <a:latin typeface="+mn-ea"/>
                <a:cs typeface="+mn-ea"/>
              </a:rPr>
              <a:t>拓展海外市场应用</a:t>
            </a:r>
            <a:endParaRPr lang="zh-CN" altLang="en-US" sz="1600" b="1">
              <a:solidFill>
                <a:schemeClr val="accent1"/>
              </a:solidFill>
              <a:latin typeface="+mn-ea"/>
              <a:cs typeface="+mn-ea"/>
            </a:endParaRPr>
          </a:p>
        </p:txBody>
      </p:sp>
      <p:sp>
        <p:nvSpPr>
          <p:cNvPr id="5" name="矩形 4"/>
          <p:cNvSpPr/>
          <p:nvPr>
            <p:custDataLst>
              <p:tags r:id="rId9"/>
            </p:custDataLst>
          </p:nvPr>
        </p:nvSpPr>
        <p:spPr>
          <a:xfrm>
            <a:off x="1459337" y="5036820"/>
            <a:ext cx="3121025" cy="1059180"/>
          </a:xfrm>
          <a:prstGeom prst="rect">
            <a:avLst/>
          </a:prstGeom>
          <a:noFill/>
        </p:spPr>
        <p:txBody>
          <a:bodyPr wrap="square" lIns="0" tIns="0" rIns="0" bIns="0" rtlCol="0" anchor="t" anchorCtr="0">
            <a:noAutofit/>
          </a:bodyPr>
          <a:p>
            <a:pPr>
              <a:lnSpc>
                <a:spcPct val="140000"/>
              </a:lnSpc>
              <a:spcBef>
                <a:spcPct val="0"/>
              </a:spcBef>
              <a:spcAft>
                <a:spcPct val="0"/>
              </a:spcAft>
            </a:pPr>
            <a:r>
              <a:rPr lang="zh-CN" altLang="en-US" sz="1200" dirty="0">
                <a:ln>
                  <a:noFill/>
                  <a:prstDash val="sysDot"/>
                </a:ln>
                <a:solidFill>
                  <a:schemeClr val="tx1">
                    <a:lumMod val="85000"/>
                    <a:lumOff val="15000"/>
                  </a:schemeClr>
                </a:solidFill>
                <a:latin typeface="+mn-ea"/>
                <a:cs typeface="+mn-ea"/>
              </a:rPr>
              <a:t>可通过开源社区建立技术联盟。DeepSeek开源的特点使其具备建立联盟的基础，通过联盟整合全球资源，共同推动技术发展，提升中国AI技术的国际影响力。</a:t>
            </a:r>
            <a:endParaRPr lang="zh-CN" altLang="en-US" sz="1200" dirty="0">
              <a:ln>
                <a:noFill/>
                <a:prstDash val="sysDot"/>
              </a:ln>
              <a:solidFill>
                <a:schemeClr val="tx1">
                  <a:lumMod val="85000"/>
                  <a:lumOff val="15000"/>
                </a:schemeClr>
              </a:solidFill>
              <a:latin typeface="+mn-ea"/>
              <a:cs typeface="+mn-ea"/>
            </a:endParaRPr>
          </a:p>
        </p:txBody>
      </p:sp>
      <p:sp>
        <p:nvSpPr>
          <p:cNvPr id="18" name="矩形 17"/>
          <p:cNvSpPr/>
          <p:nvPr>
            <p:custDataLst>
              <p:tags r:id="rId10"/>
            </p:custDataLst>
          </p:nvPr>
        </p:nvSpPr>
        <p:spPr>
          <a:xfrm>
            <a:off x="1887327" y="4653280"/>
            <a:ext cx="2692400" cy="331470"/>
          </a:xfrm>
          <a:prstGeom prst="rect">
            <a:avLst/>
          </a:prstGeom>
          <a:noFill/>
        </p:spPr>
        <p:txBody>
          <a:bodyPr wrap="square" lIns="0" tIns="0" rIns="0" bIns="0" rtlCol="0" anchor="b">
            <a:noAutofit/>
          </a:bodyPr>
          <a:p>
            <a:pPr>
              <a:spcBef>
                <a:spcPct val="0"/>
              </a:spcBef>
              <a:spcAft>
                <a:spcPct val="0"/>
              </a:spcAft>
            </a:pPr>
            <a:r>
              <a:rPr lang="zh-CN" altLang="en-US" sz="1600" b="1">
                <a:solidFill>
                  <a:schemeClr val="accent1"/>
                </a:solidFill>
                <a:latin typeface="+mn-ea"/>
                <a:cs typeface="+mn-ea"/>
              </a:rPr>
              <a:t>开源社区建立联盟</a:t>
            </a:r>
            <a:endParaRPr lang="zh-CN" altLang="en-US" sz="1600" b="1">
              <a:solidFill>
                <a:schemeClr val="accent1"/>
              </a:solidFill>
              <a:latin typeface="+mn-ea"/>
              <a:cs typeface="+mn-ea"/>
            </a:endParaRPr>
          </a:p>
        </p:txBody>
      </p:sp>
      <p:sp>
        <p:nvSpPr>
          <p:cNvPr id="23" name="矩形 22"/>
          <p:cNvSpPr/>
          <p:nvPr>
            <p:custDataLst>
              <p:tags r:id="rId11"/>
            </p:custDataLst>
          </p:nvPr>
        </p:nvSpPr>
        <p:spPr>
          <a:xfrm>
            <a:off x="1459337" y="4654550"/>
            <a:ext cx="427990" cy="331470"/>
          </a:xfrm>
          <a:prstGeom prst="rect">
            <a:avLst/>
          </a:prstGeom>
          <a:noFill/>
        </p:spPr>
        <p:txBody>
          <a:bodyPr wrap="none" lIns="0" tIns="0" rIns="0" bIns="0" rtlCol="0" anchor="b">
            <a:normAutofit/>
          </a:bodyPr>
          <a:p>
            <a:pPr>
              <a:spcBef>
                <a:spcPct val="0"/>
              </a:spcBef>
              <a:spcAft>
                <a:spcPct val="0"/>
              </a:spcAft>
            </a:pPr>
            <a:r>
              <a:rPr lang="en-US" altLang="zh-CN" sz="1600" b="1">
                <a:solidFill>
                  <a:schemeClr val="accent1"/>
                </a:solidFill>
                <a:latin typeface="+mn-ea"/>
                <a:cs typeface="+mn-ea"/>
              </a:rPr>
              <a:t>01、</a:t>
            </a:r>
            <a:endParaRPr lang="en-US" altLang="zh-CN" sz="1600" b="1">
              <a:solidFill>
                <a:schemeClr val="accent1"/>
              </a:solidFill>
              <a:latin typeface="+mn-ea"/>
              <a:cs typeface="+mn-ea"/>
            </a:endParaRPr>
          </a:p>
        </p:txBody>
      </p:sp>
      <p:sp>
        <p:nvSpPr>
          <p:cNvPr id="6" name="矩形 5"/>
          <p:cNvSpPr/>
          <p:nvPr>
            <p:custDataLst>
              <p:tags r:id="rId12"/>
            </p:custDataLst>
          </p:nvPr>
        </p:nvSpPr>
        <p:spPr>
          <a:xfrm>
            <a:off x="5087727" y="4654550"/>
            <a:ext cx="427687" cy="331470"/>
          </a:xfrm>
          <a:prstGeom prst="rect">
            <a:avLst/>
          </a:prstGeom>
          <a:noFill/>
        </p:spPr>
        <p:txBody>
          <a:bodyPr wrap="none" lIns="0" tIns="0" rIns="0" bIns="0" rtlCol="0" anchor="b">
            <a:normAutofit/>
          </a:bodyPr>
          <a:p>
            <a:pPr>
              <a:spcBef>
                <a:spcPct val="0"/>
              </a:spcBef>
              <a:spcAft>
                <a:spcPct val="0"/>
              </a:spcAft>
            </a:pPr>
            <a:r>
              <a:rPr lang="en-US" altLang="zh-CN" sz="1600" b="1">
                <a:solidFill>
                  <a:schemeClr val="accent2"/>
                </a:solidFill>
                <a:latin typeface="+mn-ea"/>
                <a:cs typeface="+mn-ea"/>
              </a:rPr>
              <a:t>02、</a:t>
            </a:r>
            <a:endParaRPr lang="en-US" altLang="zh-CN" sz="1600" b="1">
              <a:solidFill>
                <a:schemeClr val="accent2"/>
              </a:solidFill>
              <a:latin typeface="+mn-ea"/>
              <a:cs typeface="+mn-ea"/>
            </a:endParaRPr>
          </a:p>
        </p:txBody>
      </p:sp>
      <p:sp>
        <p:nvSpPr>
          <p:cNvPr id="7" name="矩形 6"/>
          <p:cNvSpPr/>
          <p:nvPr>
            <p:custDataLst>
              <p:tags r:id="rId13"/>
            </p:custDataLst>
          </p:nvPr>
        </p:nvSpPr>
        <p:spPr>
          <a:xfrm>
            <a:off x="8716117" y="4654550"/>
            <a:ext cx="427687" cy="331470"/>
          </a:xfrm>
          <a:prstGeom prst="rect">
            <a:avLst/>
          </a:prstGeom>
          <a:noFill/>
        </p:spPr>
        <p:txBody>
          <a:bodyPr wrap="none" lIns="0" tIns="0" rIns="0" bIns="0" rtlCol="0" anchor="b">
            <a:normAutofit/>
          </a:bodyPr>
          <a:p>
            <a:pPr>
              <a:spcBef>
                <a:spcPct val="0"/>
              </a:spcBef>
              <a:spcAft>
                <a:spcPct val="0"/>
              </a:spcAft>
            </a:pPr>
            <a:r>
              <a:rPr lang="en-US" altLang="zh-CN" sz="1600" b="1">
                <a:solidFill>
                  <a:schemeClr val="accent1"/>
                </a:solidFill>
                <a:latin typeface="+mn-ea"/>
                <a:cs typeface="+mn-ea"/>
              </a:rPr>
              <a:t>03、</a:t>
            </a:r>
            <a:endParaRPr lang="en-US" altLang="zh-CN" sz="1600" b="1">
              <a:solidFill>
                <a:schemeClr val="accent1"/>
              </a:solidFill>
              <a:latin typeface="+mn-ea"/>
              <a:cs typeface="+mn-ea"/>
            </a:endParaRPr>
          </a:p>
        </p:txBody>
      </p:sp>
      <p:sp>
        <p:nvSpPr>
          <p:cNvPr id="8" name="矩形 7"/>
          <p:cNvSpPr/>
          <p:nvPr>
            <p:custDataLst>
              <p:tags r:id="rId14"/>
            </p:custDataLst>
          </p:nvPr>
        </p:nvSpPr>
        <p:spPr>
          <a:xfrm>
            <a:off x="1210417" y="4730750"/>
            <a:ext cx="36195" cy="128778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矩形 8"/>
          <p:cNvSpPr/>
          <p:nvPr>
            <p:custDataLst>
              <p:tags r:id="rId15"/>
            </p:custDataLst>
          </p:nvPr>
        </p:nvSpPr>
        <p:spPr>
          <a:xfrm>
            <a:off x="4836267" y="4730750"/>
            <a:ext cx="36195" cy="1287780"/>
          </a:xfrm>
          <a:prstGeom prst="rect">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矩形 9"/>
          <p:cNvSpPr/>
          <p:nvPr>
            <p:custDataLst>
              <p:tags r:id="rId16"/>
            </p:custDataLst>
          </p:nvPr>
        </p:nvSpPr>
        <p:spPr>
          <a:xfrm>
            <a:off x="8462117" y="4730750"/>
            <a:ext cx="36195" cy="128778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17"/>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1"/>
            <p:custDataLst>
              <p:tags r:id="rId1"/>
            </p:custDataLst>
          </p:nvPr>
        </p:nvSpPr>
        <p:spPr>
          <a:xfrm>
            <a:off x="2418715" y="1901190"/>
            <a:ext cx="8250555" cy="1705610"/>
          </a:xfrm>
        </p:spPr>
        <p:txBody>
          <a:bodyPr/>
          <a:lstStyle/>
          <a:p>
            <a:r>
              <a:rPr lang="zh-CN" altLang="en-US" dirty="0"/>
              <a:t>谢谢</a:t>
            </a:r>
            <a:endParaRPr lang="zh-CN" altLang="en-US" dirty="0"/>
          </a:p>
        </p:txBody>
      </p:sp>
      <p:sp>
        <p:nvSpPr>
          <p:cNvPr id="3" name="文本占位符 2"/>
          <p:cNvSpPr>
            <a:spLocks noGrp="1"/>
          </p:cNvSpPr>
          <p:nvPr>
            <p:ph type="body" sz="quarter" idx="17"/>
            <p:custDataLst>
              <p:tags r:id="rId2"/>
            </p:custDataLst>
          </p:nvPr>
        </p:nvSpPr>
        <p:spPr>
          <a:xfrm>
            <a:off x="2418715" y="4375145"/>
            <a:ext cx="7444103" cy="656600"/>
          </a:xfrm>
        </p:spPr>
        <p:txBody>
          <a:bodyPr/>
          <a:lstStyle/>
          <a:p>
            <a:r>
              <a:rPr lang="zh-CN" altLang="en-US"/>
              <a:t>汇报人：WPS</a:t>
            </a:r>
            <a:endParaRPr lang="zh-CN" altLang="en-US"/>
          </a:p>
        </p:txBody>
      </p:sp>
    </p:spTree>
    <p:custDataLst>
      <p:tags r:id="rId3"/>
    </p:custDataLst>
  </p:cSld>
  <p:clrMapOvr>
    <a:masterClrMapping/>
  </p:clrMapOvr>
</p:sld>
</file>

<file path=ppt/tags/tag1.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UNIT_TYPE" val="i"/>
  <p:tag name="KSO_WM_UNIT_INDEX" val="1"/>
</p:tagLst>
</file>

<file path=ppt/tags/tag2.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UNIT_TYPE" val="i"/>
  <p:tag name="KSO_WM_UNIT_INDEX" val="2"/>
</p:tagLst>
</file>

<file path=ppt/tags/tag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UNIT_TYPE" val="i"/>
  <p:tag name="KSO_WM_UNIT_INDEX" val="3"/>
</p:tagLst>
</file>

<file path=ppt/tags/tag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4"/>
  <p:tag name="KSO_WM_UNIT_LAYERLEVEL" val="1"/>
  <p:tag name="KSO_WM_TAG_VERSION" val="3.0"/>
  <p:tag name="KSO_WM_UNIT_CONTENT_GROUP_TYPE" val="contentchip"/>
  <p:tag name="KSO_WM_UNIT_TYPE" val="i"/>
  <p:tag name="KSO_WM_UNIT_INDEX" val="4"/>
</p:tagLst>
</file>

<file path=ppt/tags/tag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5"/>
  <p:tag name="KSO_WM_UNIT_LAYERLEVEL" val="1"/>
  <p:tag name="KSO_WM_TAG_VERSION" val="3.0"/>
  <p:tag name="KSO_WM_UNIT_TYPE" val="i"/>
  <p:tag name="KSO_WM_UNIT_INDEX" val="5"/>
</p:tagLst>
</file>

<file path=ppt/tags/tag6.xml><?xml version="1.0" encoding="utf-8"?>
<p:tagLst xmlns:p="http://schemas.openxmlformats.org/presentationml/2006/main">
  <p:tag name="KSO_WM_UNIT_PRESET_TEXT" val="01"/>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7.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UNIT_TYPE" val="i"/>
  <p:tag name="KSO_WM_UNIT_INDEX" val="1"/>
  <p:tag name="KSO_WM_UNIT_CONTENT_GROUP_TYPE" val="titlestyle"/>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314"/>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0314"/>
</p:tagLst>
</file>

<file path=ppt/tags/tag17.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314"/>
  <p:tag name="KSO_WM_SPECIAL_SOURCE" val="bdnull"/>
  <p:tag name="KSO_WM_TEMPLATE_THUMBS_INDEX" val="1、9"/>
</p:tagLst>
</file>

<file path=ppt/tags/tag18.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UNIT_TYPE" val="i"/>
  <p:tag name="KSO_WM_UNIT_INDEX" val="1"/>
</p:tagLst>
</file>

<file path=ppt/tags/tag2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UNIT_TYPE" val="i"/>
  <p:tag name="KSO_WM_UNIT_INDEX" val="3"/>
</p:tagLst>
</file>

<file path=ppt/tags/tag21.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UNIT_TYPE" val="i"/>
  <p:tag name="KSO_WM_UNIT_INDEX" val="1"/>
  <p:tag name="KSO_WM_UNIT_CONTENT_GROUP_TYPE" val="titlestyle"/>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314"/>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0314"/>
</p:tagLst>
</file>

<file path=ppt/tags/tag31.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314"/>
  <p:tag name="KSO_WM_SPECIAL_SOURCE" val="bdnull"/>
  <p:tag name="KSO_WM_TEMPLATE_THUMBS_INDEX" val="1、9"/>
</p:tagLst>
</file>

<file path=ppt/tags/tag3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Lst>
</file>

<file path=ppt/tags/tag34.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Lst>
</file>

<file path=ppt/tags/tag35.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Lst>
</file>

<file path=ppt/tags/tag3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4"/>
  <p:tag name="KSO_WM_UNIT_ID" val="_1*i*4"/>
  <p:tag name="KSO_WM_UNIT_LAYERLEVEL" val="1"/>
  <p:tag name="KSO_WM_TAG_VERSION" val="3.0"/>
</p:tagLst>
</file>

<file path=ppt/tags/tag3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Lst>
</file>

<file path=ppt/tags/tag3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Lst>
</file>

<file path=ppt/tags/tag3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Lst>
</file>

<file path=ppt/tags/tag4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8"/>
  <p:tag name="KSO_WM_UNIT_ID" val="_1*i*8"/>
  <p:tag name="KSO_WM_UNIT_LAYERLEVEL" val="1"/>
  <p:tag name="KSO_WM_TAG_VERSION" val="3.0"/>
</p:tagLst>
</file>

<file path=ppt/tags/tag4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9"/>
  <p:tag name="KSO_WM_UNIT_ID" val="_1*i*9"/>
  <p:tag name="KSO_WM_UNIT_LAYERLEVEL" val="1"/>
  <p:tag name="KSO_WM_TAG_VERSION" val="3.0"/>
</p:tagLst>
</file>

<file path=ppt/tags/tag4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10"/>
  <p:tag name="KSO_WM_UNIT_ID" val="_1*i*10"/>
  <p:tag name="KSO_WM_UNIT_LAYERLEVEL" val="1"/>
  <p:tag name="KSO_WM_TAG_VERSION" val="3.0"/>
</p:tagLst>
</file>

<file path=ppt/tags/tag4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1"/>
  <p:tag name="KSO_WM_UNIT_ID" val="_1*i*11"/>
  <p:tag name="KSO_WM_UNIT_LAYERLEVEL" val="1"/>
  <p:tag name="KSO_WM_TAG_VERSION" val="3.0"/>
</p:tagLst>
</file>

<file path=ppt/tags/tag44.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4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5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2*i*1"/>
  <p:tag name="KSO_WM_UNIT_LAYERLEVEL" val="1"/>
  <p:tag name="KSO_WM_TAG_VERSION" val="3.0"/>
  <p:tag name="KSO_WM_UNIT_TYPE" val="i"/>
  <p:tag name="KSO_WM_UNIT_INDEX" val="1"/>
  <p:tag name="KSO_WM_UNIT_CONTENT_GROUP_TYPE" val="titlestyle"/>
</p:tagLst>
</file>

<file path=ppt/tags/tag51.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5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UNIT_TYPE" val="i"/>
  <p:tag name="KSO_WM_UNIT_INDEX" val="1"/>
</p:tagLst>
</file>

<file path=ppt/tags/tag5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UNIT_TYPE" val="i"/>
  <p:tag name="KSO_WM_UNIT_INDEX" val="3"/>
</p:tagLst>
</file>

<file path=ppt/tags/tag57.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61.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UNIT_TYPE" val="i"/>
  <p:tag name="KSO_WM_UNIT_INDEX" val="1"/>
</p:tagLst>
</file>

<file path=ppt/tags/tag62.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UNIT_TYPE" val="i"/>
  <p:tag name="KSO_WM_UNIT_INDEX" val="2"/>
</p:tagLst>
</file>

<file path=ppt/tags/tag6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UNIT_TYPE" val="i"/>
  <p:tag name="KSO_WM_UNIT_INDEX" val="3"/>
</p:tagLst>
</file>

<file path=ppt/tags/tag6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4"/>
  <p:tag name="KSO_WM_UNIT_LAYERLEVEL" val="1"/>
  <p:tag name="KSO_WM_TAG_VERSION" val="3.0"/>
  <p:tag name="KSO_WM_UNIT_CONTENT_GROUP_TYPE" val="contentchip"/>
  <p:tag name="KSO_WM_UNIT_TYPE" val="i"/>
  <p:tag name="KSO_WM_UNIT_INDEX" val="4"/>
</p:tagLst>
</file>

<file path=ppt/tags/tag6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5"/>
  <p:tag name="KSO_WM_UNIT_LAYERLEVEL" val="1"/>
  <p:tag name="KSO_WM_TAG_VERSION" val="3.0"/>
  <p:tag name="KSO_WM_UNIT_TYPE" val="i"/>
  <p:tag name="KSO_WM_UNIT_INDEX" val="5"/>
</p:tagLst>
</file>

<file path=ppt/tags/tag66.xml><?xml version="1.0" encoding="utf-8"?>
<p:tagLst xmlns:p="http://schemas.openxmlformats.org/presentationml/2006/main">
  <p:tag name="KSO_WM_UNIT_PRESET_TEXT" val="01"/>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67.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7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编辑母版文本样式&#10;第二级&#10;第三级&#10;第四级&#10;第五级"/>
</p:tagLst>
</file>

<file path=ppt/tags/tag7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编辑母版文本样式&#10;第二级&#10;第三级&#10;第四级&#10;第五级"/>
</p:tagLst>
</file>

<file path=ppt/tags/tag7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5*i*1"/>
  <p:tag name="KSO_WM_UNIT_LAYERLEVEL" val="1"/>
  <p:tag name="KSO_WM_TAG_VERSION" val="3.0"/>
  <p:tag name="KSO_WM_UNIT_TYPE" val="i"/>
  <p:tag name="KSO_WM_UNIT_INDEX" val="1"/>
  <p:tag name="KSO_WM_UNIT_CONTENT_GROUP_TYPE" val="titlestyle"/>
</p:tagLst>
</file>

<file path=ppt/tags/tag74.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7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编辑母版文本样式&#10;第二级&#10;第三级&#10;第四级&#10;第五级"/>
</p:tagLst>
</file>

<file path=ppt/tags/tag79.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8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编辑母版文本样式&#10;第二级&#10;第三级&#10;第四级&#10;第五级"/>
</p:tagLst>
</file>

<file path=ppt/tags/tag81.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8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6*i*1"/>
  <p:tag name="KSO_WM_UNIT_LAYERLEVEL" val="1"/>
  <p:tag name="KSO_WM_TAG_VERSION" val="3.0"/>
  <p:tag name="KSO_WM_UNIT_TYPE" val="i"/>
  <p:tag name="KSO_WM_UNIT_INDEX" val="1"/>
  <p:tag name="KSO_WM_UNIT_CONTENT_GROUP_TYPE" val="titlestyle"/>
</p:tagLst>
</file>

<file path=ppt/tags/tag83.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8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7*i*1"/>
  <p:tag name="KSO_WM_UNIT_LAYERLEVEL" val="1"/>
  <p:tag name="KSO_WM_TAG_VERSION" val="3.0"/>
  <p:tag name="KSO_WM_UNIT_TYPE" val="i"/>
  <p:tag name="KSO_WM_UNIT_INDEX" val="1"/>
  <p:tag name="KSO_WM_UNIT_CONTENT_GROUP_TYPE" val="titlestyle"/>
</p:tagLst>
</file>

<file path=ppt/tags/tag88.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9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8*i*1"/>
  <p:tag name="KSO_WM_UNIT_LAYERLEVEL" val="1"/>
  <p:tag name="KSO_WM_TAG_VERSION" val="3.0"/>
  <p:tag name="KSO_WM_UNIT_TYPE" val="i"/>
  <p:tag name="KSO_WM_UNIT_INDEX" val="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9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编辑母版文本样式&#10;第二级&#10;第三级&#10;第四级&#10;第五级"/>
</p:tagLst>
</file>

<file path=ppt/tags/tag9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9*i*1"/>
  <p:tag name="KSO_WM_UNIT_LAYERLEVEL" val="1"/>
  <p:tag name="KSO_WM_TAG_VERSION" val="3.0"/>
  <p:tag name="KSO_WM_UNIT_TYPE" val="i"/>
  <p:tag name="KSO_WM_UNIT_INDEX" val="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0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0*i*1"/>
  <p:tag name="KSO_WM_UNIT_LAYERLEVEL" val="1"/>
  <p:tag name="KSO_WM_TAG_VERSION" val="3.0"/>
  <p:tag name="KSO_WM_UNIT_CONTENT_GROUP_TYPE" val="titlestyle"/>
  <p:tag name="KSO_WM_UNIT_TYPE" val="i"/>
  <p:tag name="KSO_WM_UNIT_INDEX" val="1"/>
</p:tagLst>
</file>

<file path=ppt/tags/tag102.xml><?xml version="1.0" encoding="utf-8"?>
<p:tagLst xmlns:p="http://schemas.openxmlformats.org/presentationml/2006/main">
  <p:tag name="KSO_WM_UNIT_ISCONTENTSTITLE" val="0"/>
  <p:tag name="KSO_WM_UNIT_ISNUMDGMTITLE" val="0"/>
  <p:tag name="KSO_WM_UNIT_PRESET_TEXT" val="单击选择预设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CONTENT_GROUP_TYPE" val="titlestyle"/>
</p:tagLst>
</file>

<file path=ppt/tags/tag103.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0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UNIT_TYPE" val="i"/>
  <p:tag name="KSO_WM_UNIT_INDEX" val="1"/>
</p:tagLst>
</file>

<file path=ppt/tags/tag108.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UNIT_TYPE" val="i"/>
  <p:tag name="KSO_WM_UNIT_INDEX" val="2"/>
</p:tagLst>
</file>

<file path=ppt/tags/tag109.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UNIT_TYPE" val="i"/>
  <p:tag name="KSO_WM_UNIT_INDEX" val="3"/>
</p:tagLst>
</file>

<file path=ppt/tags/tag11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UNIT_CONTENT_GROUP_TYPE" val="contentchip"/>
  <p:tag name="KSO_WM_UNIT_TYPE" val="i"/>
  <p:tag name="KSO_WM_UNIT_INDEX" val="4"/>
</p:tagLst>
</file>

<file path=ppt/tags/tag11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5"/>
  <p:tag name="KSO_WM_UNIT_LAYERLEVEL" val="1"/>
  <p:tag name="KSO_WM_TAG_VERSION" val="3.0"/>
  <p:tag name="KSO_WM_UNIT_TYPE" val="i"/>
  <p:tag name="KSO_WM_UNIT_INDEX" val="5"/>
</p:tagLst>
</file>

<file path=ppt/tags/tag11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6"/>
  <p:tag name="KSO_WM_UNIT_LAYERLEVEL" val="1"/>
  <p:tag name="KSO_WM_TAG_VERSION" val="3.0"/>
  <p:tag name="KSO_WM_UNIT_TYPE" val="i"/>
  <p:tag name="KSO_WM_UNIT_INDEX" val="6"/>
</p:tagLst>
</file>

<file path=ppt/tags/tag11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7"/>
  <p:tag name="KSO_WM_UNIT_LAYERLEVEL" val="1"/>
  <p:tag name="KSO_WM_TAG_VERSION" val="3.0"/>
  <p:tag name="KSO_WM_UNIT_TYPE" val="i"/>
  <p:tag name="KSO_WM_UNIT_INDEX" val="7"/>
</p:tagLst>
</file>

<file path=ppt/tags/tag11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8"/>
  <p:tag name="KSO_WM_UNIT_LAYERLEVEL" val="1"/>
  <p:tag name="KSO_WM_TAG_VERSION" val="3.0"/>
  <p:tag name="KSO_WM_UNIT_CONTENT_GROUP_TYPE" val="contentchip"/>
  <p:tag name="KSO_WM_UNIT_TYPE" val="i"/>
  <p:tag name="KSO_WM_UNIT_INDEX" val="8"/>
</p:tagLst>
</file>

<file path=ppt/tags/tag11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9"/>
  <p:tag name="KSO_WM_UNIT_LAYERLEVEL" val="1"/>
  <p:tag name="KSO_WM_TAG_VERSION" val="3.0"/>
  <p:tag name="KSO_WM_UNIT_CONTENT_GROUP_TYPE" val="contentchip"/>
  <p:tag name="KSO_WM_UNIT_TYPE" val="i"/>
  <p:tag name="KSO_WM_UNIT_INDEX" val="9"/>
</p:tagLst>
</file>

<file path=ppt/tags/tag11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0"/>
  <p:tag name="KSO_WM_UNIT_LAYERLEVEL" val="1"/>
  <p:tag name="KSO_WM_TAG_VERSION" val="3.0"/>
  <p:tag name="KSO_WM_UNIT_CONTENT_GROUP_TYPE" val="contentchip"/>
  <p:tag name="KSO_WM_UNIT_TYPE" val="i"/>
  <p:tag name="KSO_WM_UNIT_INDEX" val="10"/>
</p:tagLst>
</file>

<file path=ppt/tags/tag11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1"/>
  <p:tag name="KSO_WM_UNIT_LAYERLEVEL" val="1"/>
  <p:tag name="KSO_WM_TAG_VERSION" val="3.0"/>
  <p:tag name="KSO_WM_UNIT_TYPE" val="i"/>
  <p:tag name="KSO_WM_UNIT_INDEX" val="11"/>
</p:tagLst>
</file>

<file path=ppt/tags/tag118.xml><?xml version="1.0" encoding="utf-8"?>
<p:tagLst xmlns:p="http://schemas.openxmlformats.org/presentationml/2006/main">
  <p:tag name="KSO_WM_UNIT_ISCONTENTSTITLE" val="0"/>
  <p:tag name="KSO_WM_UNIT_ISNUMDGMTITLE" val="0"/>
  <p:tag name="KSO_WM_UNIT_PRESET_TEXT" val="THANK  YOU"/>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12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UNIT_TYPE" val="i"/>
  <p:tag name="KSO_WM_UNIT_INDEX" val="1"/>
  <p:tag name="KSO_WM_UNIT_CONTENT_GROUP_TYPE" val="titlestyle"/>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314"/>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0314"/>
</p:tagLst>
</file>

<file path=ppt/tags/tag129.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314"/>
  <p:tag name="KSO_WM_SPECIAL_SOURCE" val="bdnull"/>
  <p:tag name="KSO_WM_TEMPLATE_THUMBS_INDEX" val="1、9"/>
</p:tagLst>
</file>

<file path=ppt/tags/tag1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3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1*a*1"/>
  <p:tag name="KSO_WM_TEMPLATE_CATEGORY" val="custom"/>
  <p:tag name="KSO_WM_TEMPLATE_INDEX" val="20230314"/>
  <p:tag name="KSO_WM_UNIT_LAYERLEVEL" val="1"/>
  <p:tag name="KSO_WM_TAG_VERSION" val="3.0"/>
  <p:tag name="KSO_WM_BEAUTIFY_FLAG" val="#wm#"/>
  <p:tag name="KSO_WM_UNIT_CONTENT_GROUP_TYPE" val="contentchip"/>
  <p:tag name="KSO_WM_UNIT_PRESET_TEXT" val="单击添加文档标题"/>
  <p:tag name="KSO_WM_UNIT_TEXT_TYPE" val="1"/>
</p:tagLst>
</file>

<file path=ppt/tags/tag132.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1*f*1"/>
  <p:tag name="KSO_WM_TEMPLATE_CATEGORY" val="custom"/>
  <p:tag name="KSO_WM_TEMPLATE_INDEX" val="20230314"/>
  <p:tag name="KSO_WM_UNIT_LAYERLEVEL" val="1"/>
  <p:tag name="KSO_WM_TAG_VERSION" val="3.0"/>
  <p:tag name="KSO_WM_BEAUTIFY_FLAG" val="#wm#"/>
  <p:tag name="KSO_WM_UNIT_CONTENT_GROUP_TYPE" val="contentchip"/>
</p:tagLst>
</file>

<file path=ppt/tags/tag133.xml><?xml version="1.0" encoding="utf-8"?>
<p:tagLst xmlns:p="http://schemas.openxmlformats.org/presentationml/2006/main">
  <p:tag name="KSO_WM_SLIDE_ID" val="custom20230314_1"/>
  <p:tag name="KSO_WM_TEMPLATE_SUBCATEGORY" val="29"/>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0314"/>
  <p:tag name="KSO_WM_SLIDE_TYPE" val="title"/>
  <p:tag name="KSO_WM_SLIDE_SUBTYPE" val="pureTxt"/>
  <p:tag name="KSO_WM_SLIDE_LAYOUT" val="a_f"/>
  <p:tag name="KSO_WM_SLIDE_LAYOUT_CNT" val="1_1"/>
  <p:tag name="KSO_WM_SPECIAL_SOURCE" val="bdnull"/>
  <p:tag name="KSO_WM_TEMPLATE_THUMBS_INDEX" val="1、9"/>
  <p:tag name="KSO_WM_SLIDE_CONTENT_AREA" val="{&quot;left&quot;:&quot;173.7&quot;,&quot;top&quot;:&quot;78.5&quot;,&quot;width&quot;:&quot;702.55&quot;,&quot;height&quot;:&quot;350.15&quot;}"/>
  <p:tag name="CP_OUTLINE_TITLE" val="DeepSeek：中国人工智能产业的变革力量"/>
  <p:tag name="CP_OUTLINE_TYPE" val="pt_title"/>
</p:tagLst>
</file>

<file path=ppt/tags/tag134.xml><?xml version="1.0" encoding="utf-8"?>
<p:tagLst xmlns:p="http://schemas.openxmlformats.org/presentationml/2006/main">
  <p:tag name="KSO_WM_UNIT_ISCONTENTSTITLE" val="1"/>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5*a*1"/>
  <p:tag name="KSO_WM_TEMPLATE_CATEGORY" val="custom"/>
  <p:tag name="KSO_WM_TEMPLATE_INDEX" val="20230314"/>
  <p:tag name="KSO_WM_UNIT_LAYERLEVEL" val="1"/>
  <p:tag name="KSO_WM_TAG_VERSION" val="3.0"/>
  <p:tag name="KSO_WM_BEAUTIFY_FLAG" val="#wm#"/>
  <p:tag name="KSO_WM_DIAGRAM_GROUP_CODE" val="l1-1"/>
</p:tagLst>
</file>

<file path=ppt/tags/tag13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0314_5*l_h_i*1_1_1"/>
  <p:tag name="KSO_WM_TEMPLATE_CATEGORY" val="custom"/>
  <p:tag name="KSO_WM_TEMPLATE_INDEX" val="20230314"/>
  <p:tag name="KSO_WM_UNIT_LAYERLEVEL" val="1_1_1"/>
  <p:tag name="KSO_WM_TAG_VERSION" val="3.0"/>
  <p:tag name="KSO_WM_DIAGRAM_GROUP_CODE" val="l1-1"/>
  <p:tag name="KSO_WM_UNIT_TYPE" val="l_h_i"/>
  <p:tag name="KSO_WM_UNIT_INDEX" val="1_1_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width&quot;:399.1000061035156}"/>
  <p:tag name="KSO_WM_DIAGRAM_COLOR_MATCH_VALUE" val="{&quot;shape&quot;:{&quot;fill&quot;:{&quot;solid&quot;:{&quot;brightness&quot;:0,&quot;colorType&quot;:1,&quot;foreColorIndex&quot;:16,&quot;transparency&quot;:0},&quot;type&quot;:1},&quot;glow&quot;:{&quot;colorType&quot;:0},&quot;line&quot;:{&quot;type&quot;:0},&quot;shadow&quot;:{&quot;brightness&quot;:-0.5,&quot;colorType&quot;:1,&quot;foreColorIndex&quot;:14,&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2"/>
  <p:tag name="KSO_WM_UNIT_ID" val="custom20230314_5*l_h_i*1_1_2"/>
  <p:tag name="KSO_WM_TEMPLATE_CATEGORY" val="custom"/>
  <p:tag name="KSO_WM_TEMPLATE_INDEX" val="20230314"/>
  <p:tag name="KSO_WM_UNIT_LAYERLEVEL" val="1_1_1"/>
  <p:tag name="KSO_WM_TAG_VERSION" val="3.0"/>
  <p:tag name="KSO_WM_BEAUTIFY_FLAG" val="#wm#"/>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width&quot;:399.100006103515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3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custom"/>
  <p:tag name="KSO_WM_TEMPLATE_INDEX" val="20230314"/>
  <p:tag name="KSO_WM_UNIT_LAYERLEVEL" val="1_1_1"/>
  <p:tag name="KSO_WM_TAG_VERSION" val="3.0"/>
  <p:tag name="KSO_WM_BEAUTIFY_FLAG" val="#wm#"/>
  <p:tag name="KSO_WM_DIAGRAM_GROUP_CODE" val="l1-1"/>
  <p:tag name="KSO_WM_UNIT_TYPE" val="l_h_a"/>
  <p:tag name="KSO_WM_UNIT_ID" val="custom20230314_5*l_h_a*1_1_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width&quot;:399.1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标题"/>
  <p:tag name="KSO_WM_UNIT_TEXT_TYPE" val="1"/>
</p:tagLst>
</file>

<file path=ppt/tags/tag13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0314_5*l_h_i*1_2_1"/>
  <p:tag name="KSO_WM_TEMPLATE_CATEGORY" val="custom"/>
  <p:tag name="KSO_WM_TEMPLATE_INDEX" val="20230314"/>
  <p:tag name="KSO_WM_UNIT_LAYERLEVEL" val="1_1_1"/>
  <p:tag name="KSO_WM_TAG_VERSION" val="3.0"/>
  <p:tag name="KSO_WM_DIAGRAM_GROUP_CODE" val="l1-1"/>
  <p:tag name="KSO_WM_UNIT_TYPE" val="l_h_i"/>
  <p:tag name="KSO_WM_UNIT_INDEX" val="1_2_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width&quot;:399.1000061035156}"/>
  <p:tag name="KSO_WM_DIAGRAM_COLOR_MATCH_VALUE" val="{&quot;shape&quot;:{&quot;fill&quot;:{&quot;solid&quot;:{&quot;brightness&quot;:0,&quot;colorType&quot;:1,&quot;foreColorIndex&quot;:16,&quot;transparency&quot;:0},&quot;type&quot;:1},&quot;glow&quot;:{&quot;colorType&quot;:0},&quot;line&quot;:{&quot;type&quot;:0},&quot;shadow&quot;:{&quot;brightness&quot;:-0.5,&quot;colorType&quot;:1,&quot;foreColorIndex&quot;:14,&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2"/>
  <p:tag name="KSO_WM_UNIT_ID" val="custom20230314_5*l_h_i*1_2_2"/>
  <p:tag name="KSO_WM_TEMPLATE_CATEGORY" val="custom"/>
  <p:tag name="KSO_WM_TEMPLATE_INDEX" val="20230314"/>
  <p:tag name="KSO_WM_UNIT_LAYERLEVEL" val="1_1_1"/>
  <p:tag name="KSO_WM_TAG_VERSION" val="3.0"/>
  <p:tag name="KSO_WM_BEAUTIFY_FLAG" val="#wm#"/>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width&quot;:399.1000061035156}"/>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4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2_1"/>
  <p:tag name="KSO_WM_TEMPLATE_CATEGORY" val="custom"/>
  <p:tag name="KSO_WM_TEMPLATE_INDEX" val="20230314"/>
  <p:tag name="KSO_WM_UNIT_LAYERLEVEL" val="1_1_1"/>
  <p:tag name="KSO_WM_TAG_VERSION" val="3.0"/>
  <p:tag name="KSO_WM_BEAUTIFY_FLAG" val="#wm#"/>
  <p:tag name="KSO_WM_DIAGRAM_GROUP_CODE" val="l1-1"/>
  <p:tag name="KSO_WM_UNIT_TYPE" val="l_h_a"/>
  <p:tag name="KSO_WM_UNIT_ID" val="custom20230314_5*l_h_a*1_2_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width&quot;:399.1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标题"/>
  <p:tag name="KSO_WM_UNIT_TEXT_TYPE" val="1"/>
</p:tagLst>
</file>

<file path=ppt/tags/tag14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0314_5*l_h_i*1_3_1"/>
  <p:tag name="KSO_WM_TEMPLATE_CATEGORY" val="custom"/>
  <p:tag name="KSO_WM_TEMPLATE_INDEX" val="20230314"/>
  <p:tag name="KSO_WM_UNIT_LAYERLEVEL" val="1_1_1"/>
  <p:tag name="KSO_WM_TAG_VERSION" val="3.0"/>
  <p:tag name="KSO_WM_DIAGRAM_GROUP_CODE" val="l1-1"/>
  <p:tag name="KSO_WM_UNIT_TYPE" val="l_h_i"/>
  <p:tag name="KSO_WM_UNIT_INDEX" val="1_3_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width&quot;:399.1000061035156}"/>
  <p:tag name="KSO_WM_DIAGRAM_COLOR_MATCH_VALUE" val="{&quot;shape&quot;:{&quot;fill&quot;:{&quot;solid&quot;:{&quot;brightness&quot;:0,&quot;colorType&quot;:1,&quot;foreColorIndex&quot;:16,&quot;transparency&quot;:0},&quot;type&quot;:1},&quot;glow&quot;:{&quot;colorType&quot;:0},&quot;line&quot;:{&quot;type&quot;:0},&quot;shadow&quot;:{&quot;brightness&quot;:-0.5,&quot;colorType&quot;:1,&quot;foreColorIndex&quot;:14,&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2"/>
  <p:tag name="KSO_WM_UNIT_ID" val="custom20230314_5*l_h_i*1_3_2"/>
  <p:tag name="KSO_WM_TEMPLATE_CATEGORY" val="custom"/>
  <p:tag name="KSO_WM_TEMPLATE_INDEX" val="20230314"/>
  <p:tag name="KSO_WM_UNIT_LAYERLEVEL" val="1_1_1"/>
  <p:tag name="KSO_WM_TAG_VERSION" val="3.0"/>
  <p:tag name="KSO_WM_BEAUTIFY_FLAG" val="#wm#"/>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width&quot;:399.100006103515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4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3_1"/>
  <p:tag name="KSO_WM_TEMPLATE_CATEGORY" val="custom"/>
  <p:tag name="KSO_WM_TEMPLATE_INDEX" val="20230314"/>
  <p:tag name="KSO_WM_UNIT_LAYERLEVEL" val="1_1_1"/>
  <p:tag name="KSO_WM_TAG_VERSION" val="3.0"/>
  <p:tag name="KSO_WM_BEAUTIFY_FLAG" val="#wm#"/>
  <p:tag name="KSO_WM_DIAGRAM_GROUP_CODE" val="l1-1"/>
  <p:tag name="KSO_WM_UNIT_TYPE" val="l_h_a"/>
  <p:tag name="KSO_WM_UNIT_ID" val="custom20230314_5*l_h_a*1_3_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width&quot;:399.1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标题"/>
  <p:tag name="KSO_WM_UNIT_TEXT_TYPE" val="1"/>
</p:tagLst>
</file>

<file path=ppt/tags/tag14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0314_5*l_h_i*1_4_1"/>
  <p:tag name="KSO_WM_TEMPLATE_CATEGORY" val="custom"/>
  <p:tag name="KSO_WM_TEMPLATE_INDEX" val="20230314"/>
  <p:tag name="KSO_WM_UNIT_LAYERLEVEL" val="1_1_1"/>
  <p:tag name="KSO_WM_TAG_VERSION" val="3.0"/>
  <p:tag name="KSO_WM_DIAGRAM_GROUP_CODE" val="l1-1"/>
  <p:tag name="KSO_WM_UNIT_TYPE" val="l_h_i"/>
  <p:tag name="KSO_WM_UNIT_INDEX" val="1_4_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width&quot;:399.1000061035156}"/>
  <p:tag name="KSO_WM_DIAGRAM_COLOR_MATCH_VALUE" val="{&quot;shape&quot;:{&quot;fill&quot;:{&quot;solid&quot;:{&quot;brightness&quot;:0,&quot;colorType&quot;:1,&quot;foreColorIndex&quot;:16,&quot;transparency&quot;:0},&quot;type&quot;:1},&quot;glow&quot;:{&quot;colorType&quot;:0},&quot;line&quot;:{&quot;type&quot;:0},&quot;shadow&quot;:{&quot;brightness&quot;:-0.5,&quot;colorType&quot;:1,&quot;foreColorIndex&quot;:14,&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2"/>
  <p:tag name="KSO_WM_UNIT_ID" val="custom20230314_5*l_h_i*1_4_2"/>
  <p:tag name="KSO_WM_TEMPLATE_CATEGORY" val="custom"/>
  <p:tag name="KSO_WM_TEMPLATE_INDEX" val="20230314"/>
  <p:tag name="KSO_WM_UNIT_LAYERLEVEL" val="1_1_1"/>
  <p:tag name="KSO_WM_TAG_VERSION" val="3.0"/>
  <p:tag name="KSO_WM_BEAUTIFY_FLAG" val="#wm#"/>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width&quot;:399.1000061035156}"/>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4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4_1"/>
  <p:tag name="KSO_WM_TEMPLATE_CATEGORY" val="custom"/>
  <p:tag name="KSO_WM_TEMPLATE_INDEX" val="20230314"/>
  <p:tag name="KSO_WM_UNIT_LAYERLEVEL" val="1_1_1"/>
  <p:tag name="KSO_WM_TAG_VERSION" val="3.0"/>
  <p:tag name="KSO_WM_BEAUTIFY_FLAG" val="#wm#"/>
  <p:tag name="KSO_WM_DIAGRAM_GROUP_CODE" val="l1-1"/>
  <p:tag name="KSO_WM_UNIT_TYPE" val="l_h_a"/>
  <p:tag name="KSO_WM_UNIT_ID" val="custom20230314_5*l_h_a*1_4_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width&quot;:399.1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标题"/>
  <p:tag name="KSO_WM_UNIT_TEXT_TYPE" val="1"/>
</p:tagLst>
</file>

<file path=ppt/tags/tag14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0314_5*l_h_i*1_5_1"/>
  <p:tag name="KSO_WM_TEMPLATE_CATEGORY" val="custom"/>
  <p:tag name="KSO_WM_TEMPLATE_INDEX" val="20230314"/>
  <p:tag name="KSO_WM_UNIT_LAYERLEVEL" val="1_1_1"/>
  <p:tag name="KSO_WM_TAG_VERSION" val="3.0"/>
  <p:tag name="KSO_WM_DIAGRAM_GROUP_CODE" val="l1-1"/>
  <p:tag name="KSO_WM_UNIT_TYPE" val="l_h_i"/>
  <p:tag name="KSO_WM_UNIT_INDEX" val="1_5_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width&quot;:399.1000061035156}"/>
  <p:tag name="KSO_WM_DIAGRAM_COLOR_MATCH_VALUE" val="{&quot;shape&quot;:{&quot;fill&quot;:{&quot;solid&quot;:{&quot;brightness&quot;:0,&quot;colorType&quot;:1,&quot;foreColorIndex&quot;:16,&quot;transparency&quot;:0},&quot;type&quot;:1},&quot;glow&quot;:{&quot;colorType&quot;:0},&quot;line&quot;:{&quot;type&quot;:0},&quot;shadow&quot;:{&quot;brightness&quot;:-0.5,&quot;colorType&quot;:1,&quot;foreColorIndex&quot;:14,&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5_2"/>
  <p:tag name="KSO_WM_UNIT_ID" val="custom20230314_5*l_h_i*1_5_2"/>
  <p:tag name="KSO_WM_TEMPLATE_CATEGORY" val="custom"/>
  <p:tag name="KSO_WM_TEMPLATE_INDEX" val="20230314"/>
  <p:tag name="KSO_WM_UNIT_LAYERLEVEL" val="1_1_1"/>
  <p:tag name="KSO_WM_TAG_VERSION" val="3.0"/>
  <p:tag name="KSO_WM_BEAUTIFY_FLAG" val="#wm#"/>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width&quot;:399.100006103515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4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5_1"/>
  <p:tag name="KSO_WM_TEMPLATE_CATEGORY" val="custom"/>
  <p:tag name="KSO_WM_TEMPLATE_INDEX" val="20230314"/>
  <p:tag name="KSO_WM_UNIT_LAYERLEVEL" val="1_1_1"/>
  <p:tag name="KSO_WM_TAG_VERSION" val="3.0"/>
  <p:tag name="KSO_WM_BEAUTIFY_FLAG" val="#wm#"/>
  <p:tag name="KSO_WM_DIAGRAM_GROUP_CODE" val="l1-1"/>
  <p:tag name="KSO_WM_UNIT_TYPE" val="l_h_a"/>
  <p:tag name="KSO_WM_UNIT_ID" val="custom20230314_5*l_h_a*1_5_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width&quot;:399.1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标题"/>
  <p:tag name="KSO_WM_UNIT_TEXT_TYPE" val="1"/>
</p:tagLst>
</file>

<file path=ppt/tags/tag150.xml><?xml version="1.0" encoding="utf-8"?>
<p:tagLst xmlns:p="http://schemas.openxmlformats.org/presentationml/2006/main">
  <p:tag name="KSO_WM_SLIDE_ID" val="custom20230314_5"/>
  <p:tag name="KSO_WM_TEMPLATE_SUBCATEGORY" val="29"/>
  <p:tag name="KSO_WM_TEMPLATE_MASTER_TYPE" val="0"/>
  <p:tag name="KSO_WM_TEMPLATE_COLOR_TYPE" val="0"/>
  <p:tag name="KSO_WM_SLIDE_ITEM_CNT" val="5"/>
  <p:tag name="KSO_WM_SLIDE_INDEX" val="5"/>
  <p:tag name="KSO_WM_TAG_VERSION" val="3.0"/>
  <p:tag name="KSO_WM_BEAUTIFY_FLAG" val="#wm#"/>
  <p:tag name="KSO_WM_TEMPLATE_CATEGORY" val="custom"/>
  <p:tag name="KSO_WM_TEMPLATE_INDEX" val="20230314"/>
  <p:tag name="KSO_WM_SLIDE_TYPE" val="contents"/>
  <p:tag name="KSO_WM_SLIDE_SUBTYPE" val="diag"/>
  <p:tag name="KSO_WM_SLIDE_LAYOUT" val="a_l"/>
  <p:tag name="KSO_WM_SLIDE_LAYOUT_CNT" val="1_1"/>
  <p:tag name="KSO_WM_SPECIAL_SOURCE" val="bdnull"/>
  <p:tag name="KSO_WM_DIAGRAM_GROUP_CODE" val="l1-1"/>
  <p:tag name="KSO_WM_SLIDE_DIAGTYPE" val="l"/>
  <p:tag name="CP_OUTLINE_TITLE" val="目录"/>
  <p:tag name="CP_OUTLINE_TYPE" val="pt_contents"/>
</p:tagLst>
</file>

<file path=ppt/tags/tag151.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314_7*e*1"/>
  <p:tag name="KSO_WM_TEMPLATE_CATEGORY" val="custom"/>
  <p:tag name="KSO_WM_TEMPLATE_INDEX" val="20230314"/>
  <p:tag name="KSO_WM_UNIT_LAYERLEVEL" val="1"/>
  <p:tag name="KSO_WM_TAG_VERSION" val="3.0"/>
  <p:tag name="KSO_WM_BEAUTIFY_FLAG" val="#wm#"/>
</p:tagLst>
</file>

<file path=ppt/tags/tag15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7*a*1"/>
  <p:tag name="KSO_WM_TEMPLATE_CATEGORY" val="custom"/>
  <p:tag name="KSO_WM_TEMPLATE_INDEX" val="20230314"/>
  <p:tag name="KSO_WM_UNIT_LAYERLEVEL" val="1"/>
  <p:tag name="KSO_WM_TAG_VERSION" val="3.0"/>
  <p:tag name="KSO_WM_BEAUTIFY_FLAG" val="#wm#"/>
  <p:tag name="KSO_WM_UNIT_CONTENT_GROUP_TYPE" val="contentchip"/>
  <p:tag name="KSO_WM_UNIT_PRESET_TEXT" val="添加章节标题"/>
  <p:tag name="KSO_WM_UNIT_TEXT_TYPE" val="1"/>
</p:tagLst>
</file>

<file path=ppt/tags/tag153.xml><?xml version="1.0" encoding="utf-8"?>
<p:tagLst xmlns:p="http://schemas.openxmlformats.org/presentationml/2006/main">
  <p:tag name="KSO_WM_SLIDE_ID" val="custom2023031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314"/>
  <p:tag name="KSO_WM_SLIDE_TYPE" val="sectionTitle"/>
  <p:tag name="KSO_WM_SLIDE_SUBTYPE" val="pureTxt"/>
  <p:tag name="KSO_WM_SLIDE_LAYOUT" val="a_e"/>
  <p:tag name="KSO_WM_SLIDE_LAYOUT_CNT" val="1_1"/>
  <p:tag name="KSO_WM_SPECIAL_SOURCE" val="bdnull"/>
  <p:tag name="KSO_WM_SLIDE_CONTENT_AREA" val="{&quot;left&quot;:&quot;504.35&quot;,&quot;top&quot;:&quot;139.2&quot;,&quot;width&quot;:&quot;435.7&quot;,&quot;height&quot;:&quot;210&quot;}"/>
  <p:tag name="CP_OUTLINE_TITLE" val="技术突破与范式创新"/>
  <p:tag name="CP_OUTLINE_TYPE" val="pt_section_title"/>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3600_1*d*1"/>
  <p:tag name="KSO_WM_TEMPLATE_CATEGORY" val="custom"/>
  <p:tag name="KSO_WM_TEMPLATE_INDEX" val="20233600"/>
  <p:tag name="KSO_WM_UNIT_LAYERLEVEL" val="1"/>
  <p:tag name="KSO_WM_TAG_VERSION" val="3.0"/>
  <p:tag name="KSO_WM_BEAUTIFY_FLAG" val="#wm#"/>
  <p:tag name="KSO_WM_UNIT_VALUE" val="1904*3384"/>
  <p:tag name="KSO_WM_UNIT_PICTURE_SUBTYPE" val="a"/>
  <p:tag name="MH_PIC_SOURCE_TYPE" val="generate_slide_ai*VCG41N1795127275*gallery_gallery_ai_v2.0.9_ONLINE*37ff37d0c64bb297fa7aaff6b4b4eac2-slide-3"/>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3600_1*i*2"/>
  <p:tag name="KSO_WM_TEMPLATE_CATEGORY" val="custom"/>
  <p:tag name="KSO_WM_TEMPLATE_INDEX" val="20233600"/>
  <p:tag name="KSO_WM_UNIT_LAYERLEVEL" val="1"/>
  <p:tag name="KSO_WM_TAG_VERSION" val="3.0"/>
  <p:tag name="KSO_WM_BEAUTIFY_FLAG" val="#wm#"/>
</p:tagLst>
</file>

<file path=ppt/tags/tag15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3600_1*a*1"/>
  <p:tag name="KSO_WM_TEMPLATE_CATEGORY" val="custom"/>
  <p:tag name="KSO_WM_TEMPLATE_INDEX" val="20233600"/>
  <p:tag name="KSO_WM_UNIT_LAYERLEVEL" val="1"/>
  <p:tag name="KSO_WM_TAG_VERSION" val="3.0"/>
  <p:tag name="KSO_WM_BEAUTIFY_FLAG" val="#wm#"/>
  <p:tag name="KSO_WM_DIAGRAM_GROUP_CODE" val="l1-1"/>
  <p:tag name="KSO_WM_UNIT_PRESET_TEXT" val="单击此处添加标题"/>
  <p:tag name="KSO_WM_UNIT_TEXT_TYPE"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3660_1*l_h_i*1_2_2"/>
  <p:tag name="KSO_WM_TEMPLATE_CATEGORY" val="diagram"/>
  <p:tag name="KSO_WM_TEMPLATE_INDEX" val="20233660"/>
  <p:tag name="KSO_WM_UNIT_LAYERLEVEL" val="1_1_1"/>
  <p:tag name="KSO_WM_TAG_VERSION" val="3.0"/>
  <p:tag name="KSO_WM_DIAGRAM_VERSION" val="3"/>
  <p:tag name="KSO_WM_DIAGRAM_COLOR_TRICK" val="2"/>
  <p:tag name="KSO_WM_DIAGRAM_COLOR_TEXT_CAN_REMOVE" val="n"/>
  <p:tag name="KSO_WM_DIAGRAM_MAX_ITEMCNT" val="3"/>
  <p:tag name="KSO_WM_DIAGRAM_MIN_ITEMCNT" val="2"/>
  <p:tag name="KSO_WM_DIAGRAM_VIRTUALLY_FRAME" val="{&quot;height&quot;:113.5999984741211,&quot;width&quot;:836.7168579101562}"/>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6"/>
  <p:tag name="KSO_WM_UNIT_FILL_FORE_SCHEMECOLOR_INDEX_BRIGHTNESS" val="0"/>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3660_1*l_h_i*1_1_2"/>
  <p:tag name="KSO_WM_TEMPLATE_CATEGORY" val="diagram"/>
  <p:tag name="KSO_WM_TEMPLATE_INDEX" val="20233660"/>
  <p:tag name="KSO_WM_UNIT_LAYERLEVEL" val="1_1_1"/>
  <p:tag name="KSO_WM_TAG_VERSION" val="3.0"/>
  <p:tag name="KSO_WM_DIAGRAM_VERSION" val="3"/>
  <p:tag name="KSO_WM_DIAGRAM_COLOR_TRICK" val="2"/>
  <p:tag name="KSO_WM_DIAGRAM_COLOR_TEXT_CAN_REMOVE" val="n"/>
  <p:tag name="KSO_WM_DIAGRAM_MAX_ITEMCNT" val="3"/>
  <p:tag name="KSO_WM_DIAGRAM_MIN_ITEMCNT" val="2"/>
  <p:tag name="KSO_WM_DIAGRAM_VIRTUALLY_FRAME" val="{&quot;height&quot;:113.5999984741211,&quot;width&quot;:836.716857910156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15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660_1*l_h_f*1_1_1"/>
  <p:tag name="KSO_WM_TEMPLATE_CATEGORY" val="diagram"/>
  <p:tag name="KSO_WM_TEMPLATE_INDEX" val="20233660"/>
  <p:tag name="KSO_WM_UNIT_LAYERLEVEL" val="1_1_1"/>
  <p:tag name="KSO_WM_TAG_VERSION" val="3.0"/>
  <p:tag name="KSO_WM_UNIT_TEXT_FILL_FORE_SCHEMECOLOR_INDEX_BRIGHTNESS" val="0.3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TEXT_TYPE" val="1"/>
  <p:tag name="KSO_WM_DIAGRAM_VERSION" val="3"/>
  <p:tag name="KSO_WM_DIAGRAM_COLOR_TRICK" val="2"/>
  <p:tag name="KSO_WM_DIAGRAM_COLOR_TEXT_CAN_REMOVE" val="n"/>
  <p:tag name="KSO_WM_UNIT_TEXT_LAYER_COUNT" val="1"/>
  <p:tag name="KSO_WM_BEAUTIFY_FLAG" val="#wm#"/>
  <p:tag name="KSO_WM_UNIT_PRESET_TEXT" val="单击此处添加文本，简明阐述您的观点。根据需要可增减文字，以便观者准确理解您传达的思想。单击此处添加文本具体内容简明地阐述您的观点。"/>
  <p:tag name="KSO_WM_UNIT_TEXT_FILL_FORE_SCHEMECOLOR_INDEX" val="1"/>
  <p:tag name="KSO_WM_UNIT_TEXT_FILL_TYPE" val="1"/>
</p:tagLst>
</file>

<file path=ppt/tags/tag16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660_1*l_h_a*1_1_1"/>
  <p:tag name="KSO_WM_TEMPLATE_CATEGORY" val="diagram"/>
  <p:tag name="KSO_WM_TEMPLATE_INDEX" val="20233660"/>
  <p:tag name="KSO_WM_UNIT_LAYERLEVEL" val="1_1_1"/>
  <p:tag name="KSO_WM_TAG_VERSION" val="3.0"/>
  <p:tag name="KSO_WM_UNIT_TEXT_FILL_FORE_SCHEMECOLOR_INDEX_BRIGHTNESS" val="0.1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TEXT_TYPE" val="1"/>
  <p:tag name="KSO_WM_DIAGRAM_VERSION" val="3"/>
  <p:tag name="KSO_WM_DIAGRAM_COLOR_TRICK" val="2"/>
  <p:tag name="KSO_WM_DIAGRAM_COLOR_TEXT_CAN_REMOVE" val="n"/>
  <p:tag name="KSO_WM_BEAUTIFY_FLAG" val="#wm#"/>
  <p:tag name="KSO_WM_UNIT_PRESET_TEXT" val="单击此处添加标题"/>
  <p:tag name="KSO_WM_UNIT_TEXT_FILL_FORE_SCHEMECOLOR_INDEX" val="1"/>
  <p:tag name="KSO_WM_UNIT_TEXT_FILL_TYPE" val="1"/>
</p:tagLst>
</file>

<file path=ppt/tags/tag16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i"/>
  <p:tag name="KSO_WM_UNIT_INDEX" val="1_1_1"/>
  <p:tag name="KSO_WM_UNIT_ID" val="diagram20233660_1*l_h_i*1_1_1"/>
  <p:tag name="KSO_WM_TEMPLATE_CATEGORY" val="diagram"/>
  <p:tag name="KSO_WM_TEMPLATE_INDEX" val="20233660"/>
  <p:tag name="KSO_WM_UNIT_LAYERLEVEL" val="1_1_1"/>
  <p:tag name="KSO_WM_TAG_VERSION" val="3.0"/>
  <p:tag name="KSO_WM_UNIT_TEXT_FILL_FORE_SCHEMECOLOR_INDEX_BRIGHTNESS" val="0.1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SUBTYPE" val="d"/>
  <p:tag name="KSO_WM_DIAGRAM_VERSION" val="3"/>
  <p:tag name="KSO_WM_DIAGRAM_COLOR_TRICK" val="2"/>
  <p:tag name="KSO_WM_DIAGRAM_COLOR_TEXT_CAN_REMOVE" val="n"/>
  <p:tag name="KSO_WM_BEAUTIFY_FLAG" val="#wm#"/>
  <p:tag name="KSO_WM_UNIT_TEXT_FILL_FORE_SCHEMECOLOR_INDEX" val="1"/>
  <p:tag name="KSO_WM_UNIT_TEXT_FILL_TYPE" val="1"/>
</p:tagLst>
</file>

<file path=ppt/tags/tag16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660_1*l_h_f*1_2_1"/>
  <p:tag name="KSO_WM_TEMPLATE_CATEGORY" val="diagram"/>
  <p:tag name="KSO_WM_TEMPLATE_INDEX" val="20233660"/>
  <p:tag name="KSO_WM_UNIT_LAYERLEVEL" val="1_1_1"/>
  <p:tag name="KSO_WM_TAG_VERSION" val="3.0"/>
  <p:tag name="KSO_WM_UNIT_TEXT_FILL_FORE_SCHEMECOLOR_INDEX_BRIGHTNESS" val="0.3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TEXT_TYPE" val="1"/>
  <p:tag name="KSO_WM_DIAGRAM_VERSION" val="3"/>
  <p:tag name="KSO_WM_DIAGRAM_COLOR_TRICK" val="2"/>
  <p:tag name="KSO_WM_DIAGRAM_COLOR_TEXT_CAN_REMOVE" val="n"/>
  <p:tag name="KSO_WM_UNIT_TEXT_LAYER_COUNT" val="1"/>
  <p:tag name="KSO_WM_BEAUTIFY_FLAG" val="#wm#"/>
  <p:tag name="KSO_WM_UNIT_PRESET_TEXT" val="单击此处添加文本具体内容，简明阐述您的观点。根据需要可增减文字，以便观者准确理解您传达的思想。单击此处添加文本具体内容简明地阐述您的观点。&#10;"/>
  <p:tag name="KSO_WM_UNIT_TEXT_FILL_FORE_SCHEMECOLOR_INDEX" val="1"/>
  <p:tag name="KSO_WM_UNIT_TEXT_FILL_TYPE" val="1"/>
</p:tagLst>
</file>

<file path=ppt/tags/tag16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660_1*l_h_a*1_2_1"/>
  <p:tag name="KSO_WM_TEMPLATE_CATEGORY" val="diagram"/>
  <p:tag name="KSO_WM_TEMPLATE_INDEX" val="20233660"/>
  <p:tag name="KSO_WM_UNIT_LAYERLEVEL" val="1_1_1"/>
  <p:tag name="KSO_WM_TAG_VERSION" val="3.0"/>
  <p:tag name="KSO_WM_UNIT_TEXT_FILL_FORE_SCHEMECOLOR_INDEX_BRIGHTNESS" val="0.1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TEXT_TYPE" val="1"/>
  <p:tag name="KSO_WM_DIAGRAM_VERSION" val="3"/>
  <p:tag name="KSO_WM_DIAGRAM_COLOR_TRICK" val="2"/>
  <p:tag name="KSO_WM_DIAGRAM_COLOR_TEXT_CAN_REMOVE" val="n"/>
  <p:tag name="KSO_WM_BEAUTIFY_FLAG" val="#wm#"/>
  <p:tag name="KSO_WM_UNIT_PRESET_TEXT" val="单击此处添加标题"/>
  <p:tag name="KSO_WM_UNIT_TEXT_FILL_FORE_SCHEMECOLOR_INDEX" val="1"/>
  <p:tag name="KSO_WM_UNIT_TEXT_FILL_TYPE" val="1"/>
</p:tagLst>
</file>

<file path=ppt/tags/tag16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i"/>
  <p:tag name="KSO_WM_UNIT_INDEX" val="1_2_1"/>
  <p:tag name="KSO_WM_UNIT_ID" val="diagram20233660_1*l_h_i*1_2_1"/>
  <p:tag name="KSO_WM_TEMPLATE_CATEGORY" val="diagram"/>
  <p:tag name="KSO_WM_TEMPLATE_INDEX" val="20233660"/>
  <p:tag name="KSO_WM_UNIT_LAYERLEVEL" val="1_1_1"/>
  <p:tag name="KSO_WM_TAG_VERSION" val="3.0"/>
  <p:tag name="KSO_WM_UNIT_TEXT_FILL_FORE_SCHEMECOLOR_INDEX_BRIGHTNESS" val="0.1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SUBTYPE" val="d"/>
  <p:tag name="KSO_WM_DIAGRAM_VERSION" val="3"/>
  <p:tag name="KSO_WM_DIAGRAM_COLOR_TRICK" val="2"/>
  <p:tag name="KSO_WM_DIAGRAM_COLOR_TEXT_CAN_REMOVE" val="n"/>
  <p:tag name="KSO_WM_BEAUTIFY_FLAG" val="#wm#"/>
  <p:tag name="KSO_WM_UNIT_TEXT_FILL_FORE_SCHEMECOLOR_INDEX" val="1"/>
  <p:tag name="KSO_WM_UNIT_TEXT_FILL_TYPE" val="1"/>
</p:tagLst>
</file>

<file path=ppt/tags/tag165.xml><?xml version="1.0" encoding="utf-8"?>
<p:tagLst xmlns:p="http://schemas.openxmlformats.org/presentationml/2006/main">
  <p:tag name="KSO_WM_SLIDE_ID" val="custom20233600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3600"/>
  <p:tag name="KSO_WM_SLIDE_TYPE" val="text"/>
  <p:tag name="KSO_WM_SLIDE_SUBTYPE" val="picTxt"/>
  <p:tag name="KSO_WM_SLIDE_SIZE" val="836.717*113.503"/>
  <p:tag name="KSO_WM_SLIDE_POSITION" val="95.3*366.497"/>
  <p:tag name="KSO_WM_SLIDE_LAYOUT" val="a_d_l"/>
  <p:tag name="KSO_WM_SLIDE_LAYOUT_CNT" val="1_1_1"/>
  <p:tag name="KSO_WM_SPECIAL_SOURCE" val="bdnull"/>
  <p:tag name="KSO_WM_DIAGRAM_GROUP_CODE" val="l1-1"/>
  <p:tag name="KSO_WM_SLIDE_DIAGTYPE" val="l"/>
  <p:tag name="CP_OUTLINE_TITLE" val="低成本高性能的颠覆性突破"/>
  <p:tag name="CP_OUTLINE_TYPE" val="pt_text"/>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TEMPLATE_CATEGORY" val="custom"/>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VALUE" val="30"/>
  <p:tag name="KSO_WM_UNIT_TEXT_FILL_FORE_SCHEMECOLOR_INDEX" val="13"/>
  <p:tag name="KSO_WM_UNIT_TEXT_FILL_TYPE" val="1"/>
  <p:tag name="KSO_WM_UNIT_USESOURCEFORMAT_APPLY" val="1"/>
  <p:tag name="KSO_WM_TEMPLATE_INDEX" val="20231709"/>
  <p:tag name="KSO_WM_UNIT_ID" val="custom20231709_1*a*1"/>
  <p:tag name="KSO_WM_UNIT_TEXT_TYPE" val="1"/>
  <p:tag name="KSO_WM_UNIT_PRESET_TEXT" val="单击此处添加标题"/>
</p:tagLst>
</file>

<file path=ppt/tags/tag16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ID" val="custom20231709_1*d*1"/>
  <p:tag name="KSO_WM_TEMPLATE_CATEGORY" val="custom"/>
  <p:tag name="KSO_WM_TEMPLATE_INDEX" val="20231709"/>
  <p:tag name="KSO_WM_UNIT_LAYERLEVEL" val="1"/>
  <p:tag name="KSO_WM_TAG_VERSION" val="3.0"/>
  <p:tag name="KSO_WM_UNIT_VALUE" val="1204*869"/>
  <p:tag name="KSO_WM_UNIT_TYPE" val="d"/>
  <p:tag name="KSO_WM_UNIT_INDEX" val="1"/>
  <p:tag name="KSO_WM_UNIT_USESOURCEFORMAT_APPLY" val="1"/>
  <p:tag name="KSO_WM_UNIT_LINE_FORE_SCHEMECOLOR_INDEX" val="1"/>
  <p:tag name="KSO_WM_UNIT_LINE_FILL_TYPE" val="2"/>
  <p:tag name="KSO_WM_UNIT_PICTURE_SUBTYPE" val="b"/>
  <p:tag name="MH_PIC_SOURCE_TYPE" val="generate_slide_ai*VCG41N1417736829*gallery_gallery_ai_v2.0.9_ONLINE*37ff37d0c64bb297fa7aaff6b4b4eac2-slide-4"/>
</p:tagLst>
</file>

<file path=ppt/tags/tag16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ID" val="custom20231709_1*i*4"/>
  <p:tag name="KSO_WM_TEMPLATE_CATEGORY" val="custom"/>
  <p:tag name="KSO_WM_TEMPLATE_INDEX" val="20231709"/>
  <p:tag name="KSO_WM_UNIT_LAYERLEVEL" val="1"/>
  <p:tag name="KSO_WM_TAG_VERSION" val="3.0"/>
  <p:tag name="KSO_WM_UNIT_TYPE" val="i"/>
  <p:tag name="KSO_WM_UNIT_INDEX" val="4"/>
  <p:tag name="KSO_WM_UNIT_FILL_FORE_SCHEMECOLOR_INDEX" val="5"/>
  <p:tag name="KSO_WM_UNIT_TEXT_FILL_FORE_SCHEMECOLOR_INDEX" val="2"/>
  <p:tag name="KSO_WM_UNIT_TEXT_FILL_TYPE" val="1"/>
  <p:tag name="KSO_WM_UNIT_USESOURCEFORMAT_APPLY" val="1"/>
</p:tagLst>
</file>

<file path=ppt/tags/tag16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689_2*l_h_f*1_1_1"/>
  <p:tag name="KSO_WM_TEMPLATE_CATEGORY" val="diagram"/>
  <p:tag name="KSO_WM_TEMPLATE_INDEX" val="20231689"/>
  <p:tag name="KSO_WM_UNIT_LAYERLEVEL" val="1_1_1"/>
  <p:tag name="KSO_WM_TAG_VERSION" val="3.0"/>
  <p:tag name="KSO_WM_BEAUTIFY_FLAG" val="#wm#"/>
  <p:tag name="KSO_WM_DIAGRAM_GROUP_CODE" val="l1-1"/>
  <p:tag name="KSO_WM_DIAGRAM_MAX_ITEMCNT" val="2"/>
  <p:tag name="KSO_WM_DIAGRAM_MIN_ITEMCNT" val="1"/>
  <p:tag name="KSO_WM_DIAGRAM_VIRTUALLY_FRAME" val="{&quot;height&quot;:365.6499938964844,&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输入你的项正文，文字是您思想的提炼，请尽量言简意赅的阐述观点。单击此处输入你的项正文，文字是您思想的提炼，请尽量言简意赅的阐述观点。"/>
  <p:tag name="KSO_WM_UNIT_TEXT_FILL_FORE_SCHEMECOLOR_INDEX" val="1"/>
  <p:tag name="KSO_WM_UNIT_TEXT_FILL_TYPE" val="1"/>
  <p:tag name="KSO_WM_UNIT_TEXT_TYPE" val="1"/>
</p:tagLst>
</file>

<file path=ppt/tags/tag17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1_1"/>
  <p:tag name="KSO_WM_UNIT_ID" val="diagram20231689_2*l_h_i*1_1_1"/>
  <p:tag name="KSO_WM_TEMPLATE_CATEGORY" val="diagram"/>
  <p:tag name="KSO_WM_TEMPLATE_INDEX" val="20231689"/>
  <p:tag name="KSO_WM_UNIT_LAYERLEVEL" val="1_1_1"/>
  <p:tag name="KSO_WM_TAG_VERSION" val="3.0"/>
  <p:tag name="KSO_WM_DIAGRAM_GROUP_CODE" val="l1-1"/>
  <p:tag name="KSO_WM_DIAGRAM_MAX_ITEMCNT" val="2"/>
  <p:tag name="KSO_WM_DIAGRAM_MIN_ITEMCNT" val="1"/>
  <p:tag name="KSO_WM_DIAGRAM_VIRTUALLY_FRAME" val="{&quot;height&quot;:365.6499938964844,&quot;width&quot;:507.6000061035156}"/>
  <p:tag name="KSO_WM_DIAGRAM_COLOR_MATCH_VALUE" val="{&quot;shape&quot;:{&quot;fill&quot;:{&quot;gradient&quot;:[{&quot;brightness&quot;:0,&quot;colorType&quot;:1,&quot;foreColorIndex&quot;:5,&quot;pos&quot;:1,&quot;transparency&quot;:0.5199999809265137},{&quot;brightness&quot;:0,&quot;colorType&quot;:1,&quot;foreColorIndex&quot;:5,&quot;pos&quot;:0.23000000417232513,&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3"/>
</p:tagLst>
</file>

<file path=ppt/tags/tag17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689_2*l_h_a*1_1_1"/>
  <p:tag name="KSO_WM_TEMPLATE_CATEGORY" val="diagram"/>
  <p:tag name="KSO_WM_TEMPLATE_INDEX" val="20231689"/>
  <p:tag name="KSO_WM_UNIT_LAYERLEVEL" val="1_1_1"/>
  <p:tag name="KSO_WM_TAG_VERSION" val="3.0"/>
  <p:tag name="KSO_WM_BEAUTIFY_FLAG" val="#wm#"/>
  <p:tag name="KSO_WM_UNIT_TEXT_FILL_FORE_SCHEMECOLOR_INDEX_BRIGHTNESS" val="0.15"/>
  <p:tag name="KSO_WM_DIAGRAM_GROUP_CODE" val="l1-1"/>
  <p:tag name="KSO_WM_DIAGRAM_MAX_ITEMCNT" val="2"/>
  <p:tag name="KSO_WM_DIAGRAM_MIN_ITEMCNT" val="1"/>
  <p:tag name="KSO_WM_DIAGRAM_VIRTUALLY_FRAME" val="{&quot;height&quot;:365.6499938964844,&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添加标题"/>
  <p:tag name="KSO_WM_UNIT_TEXT_FILL_FORE_SCHEMECOLOR_INDEX" val="1"/>
  <p:tag name="KSO_WM_UNIT_TEXT_FILL_TYPE" val="1"/>
  <p:tag name="KSO_WM_UNIT_TEXT_TYPE" val="1"/>
</p:tagLst>
</file>

<file path=ppt/tags/tag17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689_2*l_h_f*1_2_1"/>
  <p:tag name="KSO_WM_TEMPLATE_CATEGORY" val="diagram"/>
  <p:tag name="KSO_WM_TEMPLATE_INDEX" val="20231689"/>
  <p:tag name="KSO_WM_UNIT_LAYERLEVEL" val="1_1_1"/>
  <p:tag name="KSO_WM_TAG_VERSION" val="3.0"/>
  <p:tag name="KSO_WM_BEAUTIFY_FLAG" val="#wm#"/>
  <p:tag name="KSO_WM_DIAGRAM_GROUP_CODE" val="l1-1"/>
  <p:tag name="KSO_WM_DIAGRAM_MAX_ITEMCNT" val="2"/>
  <p:tag name="KSO_WM_DIAGRAM_MIN_ITEMCNT" val="1"/>
  <p:tag name="KSO_WM_DIAGRAM_VIRTUALLY_FRAME" val="{&quot;height&quot;:365.6499938964844,&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输入你的项正文，文字是您思想的提炼，请尽量言简意赅的阐述观点。单击此处输入你的项正文，文字是您思想的提炼，请尽量言简意赅的阐述观点。"/>
  <p:tag name="KSO_WM_UNIT_TEXT_FILL_FORE_SCHEMECOLOR_INDEX" val="1"/>
  <p:tag name="KSO_WM_UNIT_TEXT_FILL_TYPE" val="1"/>
  <p:tag name="KSO_WM_UNIT_TEXT_TYPE" val="1"/>
</p:tagLst>
</file>

<file path=ppt/tags/tag17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2_1"/>
  <p:tag name="KSO_WM_UNIT_ID" val="diagram20231689_2*l_h_i*1_2_1"/>
  <p:tag name="KSO_WM_TEMPLATE_CATEGORY" val="diagram"/>
  <p:tag name="KSO_WM_TEMPLATE_INDEX" val="20231689"/>
  <p:tag name="KSO_WM_UNIT_LAYERLEVEL" val="1_1_1"/>
  <p:tag name="KSO_WM_TAG_VERSION" val="3.0"/>
  <p:tag name="KSO_WM_DIAGRAM_GROUP_CODE" val="l1-1"/>
  <p:tag name="KSO_WM_DIAGRAM_MAX_ITEMCNT" val="2"/>
  <p:tag name="KSO_WM_DIAGRAM_MIN_ITEMCNT" val="1"/>
  <p:tag name="KSO_WM_DIAGRAM_VIRTUALLY_FRAME" val="{&quot;height&quot;:365.6499938964844,&quot;width&quot;:507.6000061035156}"/>
  <p:tag name="KSO_WM_DIAGRAM_COLOR_MATCH_VALUE" val="{&quot;shape&quot;:{&quot;fill&quot;:{&quot;gradient&quot;:[{&quot;brightness&quot;:0,&quot;colorType&quot;:1,&quot;foreColorIndex&quot;:5,&quot;pos&quot;:1,&quot;transparency&quot;:0.5199999809265137},{&quot;brightness&quot;:0,&quot;colorType&quot;:1,&quot;foreColorIndex&quot;:5,&quot;pos&quot;:0.23000000417232513,&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3"/>
</p:tagLst>
</file>

<file path=ppt/tags/tag17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689_2*l_h_a*1_2_1"/>
  <p:tag name="KSO_WM_TEMPLATE_CATEGORY" val="diagram"/>
  <p:tag name="KSO_WM_TEMPLATE_INDEX" val="20231689"/>
  <p:tag name="KSO_WM_UNIT_LAYERLEVEL" val="1_1_1"/>
  <p:tag name="KSO_WM_TAG_VERSION" val="3.0"/>
  <p:tag name="KSO_WM_BEAUTIFY_FLAG" val="#wm#"/>
  <p:tag name="KSO_WM_UNIT_TEXT_FILL_FORE_SCHEMECOLOR_INDEX_BRIGHTNESS" val="0.15"/>
  <p:tag name="KSO_WM_DIAGRAM_GROUP_CODE" val="l1-1"/>
  <p:tag name="KSO_WM_DIAGRAM_MAX_ITEMCNT" val="2"/>
  <p:tag name="KSO_WM_DIAGRAM_MIN_ITEMCNT" val="1"/>
  <p:tag name="KSO_WM_DIAGRAM_VIRTUALLY_FRAME" val="{&quot;height&quot;:365.6499938964844,&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PRESET_TEXT" val="单击此处添加标题"/>
  <p:tag name="KSO_WM_UNIT_TEXT_FILL_FORE_SCHEMECOLOR_INDEX" val="1"/>
  <p:tag name="KSO_WM_UNIT_TEXT_FILL_TYPE" val="1"/>
  <p:tag name="KSO_WM_UNIT_TEXT_TYPE" val="1"/>
</p:tagLst>
</file>

<file path=ppt/tags/tag175.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07.6*329.123"/>
  <p:tag name="KSO_WM_SLIDE_POSITION" val="389.6*144.817"/>
  <p:tag name="KSO_WM_SLIDE_LAYOUT" val="a_d_l"/>
  <p:tag name="KSO_WM_SLIDE_LAYOUT_CNT" val="1_1_1"/>
  <p:tag name="KSO_WM_SPECIAL_SOURCE" val="bdnull"/>
  <p:tag name="KSO_WM_DIAGRAM_GROUP_CODE" val="l1-1"/>
  <p:tag name="KSO_WM_SLIDE_DIAGTYPE" val="l"/>
  <p:tag name="KSO_WM_TEMPLATE_INDEX" val="20231709"/>
  <p:tag name="KSO_WM_TEMPLATE_SUBCATEGORY" val="0"/>
  <p:tag name="KSO_WM_SLIDE_INDEX" val="1"/>
  <p:tag name="KSO_WM_TAG_VERSION" val="3.0"/>
  <p:tag name="KSO_WM_SLIDE_ID" val="custom20231709_1"/>
  <p:tag name="KSO_WM_SLIDE_ITEM_CNT" val="2"/>
  <p:tag name="CP_OUTLINE_TITLE" val="开源模式重构产业生态"/>
  <p:tag name="CP_OUTLINE_TYPE" val="pt_text"/>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UNIT_LAYERLEVEL" val="1"/>
  <p:tag name="KSO_WM_TAG_VERSION" val="3.0"/>
  <p:tag name="KSO_WM_BEAUTIFY_FLAG" val="#wm#"/>
  <p:tag name="KSO_WM_UNIT_ISCONTENTSTITLE" val="0"/>
  <p:tag name="KSO_WM_UNIT_ISNUMDGMTITLE" val="0"/>
  <p:tag name="KSO_WM_UNIT_NOCLEAR" val="0"/>
  <p:tag name="KSO_WM_UNIT_VALUE" val="29"/>
  <p:tag name="KSO_WM_DIAGRAM_GROUP_CODE" val="m1-1"/>
  <p:tag name="KSO_WM_UNIT_TYPE" val="a"/>
  <p:tag name="KSO_WM_UNIT_INDEX" val="1"/>
  <p:tag name="KSO_WM_TEMPLATE_INDEX" val="20233265"/>
  <p:tag name="KSO_WM_UNIT_ID" val="diagram20233265_4*a*1"/>
  <p:tag name="KSO_WM_UNIT_PRESET_TEXT" val="单击此处添加标题"/>
  <p:tag name="KSO_WM_UNIT_TEXT_TYPE" val="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m_h_i"/>
  <p:tag name="KSO_WM_TEMPLATE_CATEGORY" val="diagram"/>
  <p:tag name="KSO_WM_TEMPLATE_INDEX" val="20233265"/>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388.0014953613281,&quot;width&quot;:786.5572509765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1*m_h_i*1_1_2"/>
  <p:tag name="KSO_WM_UNIT_INDEX" val="1_1_2"/>
  <p:tag name="KSO_WM_DIAGRAM_GROUP_CODE" val="m1-1"/>
  <p:tag name="KSO_WM_UNIT_FILL_TYPE" val="1"/>
  <p:tag name="KSO_WM_UNIT_FILL_FORE_SCHEMECOLOR_INDEX" val="5"/>
  <p:tag name="KSO_WM_UNIT_FILL_FORE_SCHEMECOLOR_INDEX_BRIGHTNESS" val="0"/>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m_h_i"/>
  <p:tag name="KSO_WM_TEMPLATE_CATEGORY" val="diagram"/>
  <p:tag name="KSO_WM_TEMPLATE_INDEX" val="20233265"/>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388.0014953613281,&quot;width&quot;:786.5572509765625}"/>
  <p:tag name="KSO_WM_DIAGRAM_COLOR_MATCH_VALUE" val="{&quot;shape&quot;:{&quot;fill&quot;:{&quot;solid&quot;:{&quot;brightness&quot;:0,&quot;colorType&quot;:1,&quot;foreColorIndex&quot;:5,&quot;transparency&quot;:0},&quot;type&quot;:1},&quot;glow&quot;:{&quot;colorType&quot;:0},&quot;line&quot;:{&quot;solidLine&quot;:{&quot;brightness&quot;:-0.25,&quot;colorType&quot;:1,&quot;foreColorIndex&quot;:5,&quot;transparency&quot;:0.69999998807907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1*m_h_i*1_2_2"/>
  <p:tag name="KSO_WM_UNIT_INDEX" val="1_2_2"/>
  <p:tag name="KSO_WM_DIAGRAM_GROUP_CODE" val="m1-1"/>
  <p:tag name="KSO_WM_UNIT_FILL_TYPE" val="1"/>
  <p:tag name="KSO_WM_UNIT_FILL_FORE_SCHEMECOLOR_INDEX" val="5"/>
  <p:tag name="KSO_WM_UNIT_FILL_FORE_SCHEMECOLOR_INDEX_BRIGHTNESS" val="0"/>
  <p:tag name="KSO_WM_UNIT_LINE_FORE_SCHEMECOLOR_INDEX" val="5"/>
</p:tagLst>
</file>

<file path=ppt/tags/tag17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TEMPLATE_CATEGORY" val="diagram"/>
  <p:tag name="KSO_WM_TEMPLATE_INDEX" val="202332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MAX_ITEMCNT" val="5"/>
  <p:tag name="KSO_WM_DIAGRAM_MIN_ITEMCNT" val="2"/>
  <p:tag name="KSO_WM_DIAGRAM_VIRTUALLY_FRAME" val="{&quot;height&quot;:388.0014953613281,&quot;width&quot;:786.557250976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1*m_h_f*1_1_1"/>
  <p:tag name="KSO_WM_UNIT_INDEX" val="1_1_1"/>
  <p:tag name="KSO_WM_DIAGRAM_GROUP_CODE" val="m1-1"/>
  <p:tag name="KSO_WM_UNIT_PRESET_TEXT" val="单击输入您的项正文，文字是思想的提炼，请尽量言简意赅的阐述观点。单击输入您的项正文，文字是思想的提炼"/>
  <p:tag name="KSO_WM_UNIT_TEXT_FILL_FORE_SCHEMECOLOR_INDEX" val="1"/>
  <p:tag name="KSO_WM_UNIT_TEXT_FILL_TYPE" val="1"/>
  <p:tag name="KSO_WM_UNIT_TEXT_TYPE" val="1"/>
</p:tagLst>
</file>

<file path=ppt/tags/tag18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TEMPLATE_CATEGORY" val="diagram"/>
  <p:tag name="KSO_WM_TEMPLATE_INDEX" val="202332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MAX_ITEMCNT" val="5"/>
  <p:tag name="KSO_WM_DIAGRAM_MIN_ITEMCNT" val="2"/>
  <p:tag name="KSO_WM_DIAGRAM_VIRTUALLY_FRAME" val="{&quot;height&quot;:388.0014953613281,&quot;width&quot;:786.557250976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1*m_h_a*1_1_1"/>
  <p:tag name="KSO_WM_UNIT_INDEX" val="1_1_1"/>
  <p:tag name="KSO_WM_DIAGRAM_GROUP_CODE" val="m1-1"/>
  <p:tag name="KSO_WM_UNIT_PRESET_TEXT" val="添加项标题"/>
  <p:tag name="KSO_WM_UNIT_TEXT_FILL_FORE_SCHEMECOLOR_INDEX" val="1"/>
  <p:tag name="KSO_WM_UNIT_TEXT_FILL_TYPE" val="1"/>
  <p:tag name="KSO_WM_UNIT_TEXT_TYPE" val="1"/>
</p:tagLst>
</file>

<file path=ppt/tags/tag18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TEMPLATE_CATEGORY" val="diagram"/>
  <p:tag name="KSO_WM_TEMPLATE_INDEX" val="202332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MAX_ITEMCNT" val="5"/>
  <p:tag name="KSO_WM_DIAGRAM_MIN_ITEMCNT" val="2"/>
  <p:tag name="KSO_WM_DIAGRAM_VIRTUALLY_FRAME" val="{&quot;height&quot;:388.0014953613281,&quot;width&quot;:786.557250976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1*m_h_f*1_2_1"/>
  <p:tag name="KSO_WM_UNIT_INDEX" val="1_2_1"/>
  <p:tag name="KSO_WM_DIAGRAM_GROUP_CODE" val="m1-1"/>
  <p:tag name="KSO_WM_UNIT_PRESET_TEXT" val="单击输入您的项正文，文字是思想的提炼，请尽量言简意赅的阐述观点。单击输入您的项正文，文字是思想的提炼"/>
  <p:tag name="KSO_WM_UNIT_TEXT_FILL_FORE_SCHEMECOLOR_INDEX" val="1"/>
  <p:tag name="KSO_WM_UNIT_TEXT_FILL_TYPE" val="1"/>
  <p:tag name="KSO_WM_UNIT_TEXT_TYPE" val="1"/>
</p:tagLst>
</file>

<file path=ppt/tags/tag18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TEMPLATE_CATEGORY" val="diagram"/>
  <p:tag name="KSO_WM_TEMPLATE_INDEX" val="202332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MAX_ITEMCNT" val="5"/>
  <p:tag name="KSO_WM_DIAGRAM_MIN_ITEMCNT" val="2"/>
  <p:tag name="KSO_WM_DIAGRAM_VIRTUALLY_FRAME" val="{&quot;height&quot;:388.0014953613281,&quot;width&quot;:786.557250976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1*m_h_a*1_2_1"/>
  <p:tag name="KSO_WM_UNIT_INDEX" val="1_2_1"/>
  <p:tag name="KSO_WM_DIAGRAM_GROUP_CODE" val="m1-1"/>
  <p:tag name="KSO_WM_UNIT_PRESET_TEXT" val="添加项标题"/>
  <p:tag name="KSO_WM_UNIT_TEXT_FILL_FORE_SCHEMECOLOR_INDEX" val="1"/>
  <p:tag name="KSO_WM_UNIT_TEXT_FILL_TYPE" val="1"/>
  <p:tag name="KSO_WM_UNIT_TEXT_TYPE" val="1"/>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m_h_i"/>
  <p:tag name="KSO_WM_TEMPLATE_CATEGORY" val="diagram"/>
  <p:tag name="KSO_WM_TEMPLATE_INDEX" val="20233265"/>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388.0014953613281,&quot;width&quot;:786.5572509765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1*m_h_i*1_1_1"/>
  <p:tag name="KSO_WM_UNIT_INDEX" val="1_1_1"/>
  <p:tag name="KSO_WM_DIAGRAM_GROUP_CODE" val="m1-1"/>
  <p:tag name="KSO_WM_UNIT_FILL_TYPE" val="1"/>
  <p:tag name="KSO_WM_UNIT_FILL_FORE_SCHEMECOLOR_INDEX" val="5"/>
  <p:tag name="KSO_WM_UNIT_FILL_FORE_SCHEMECOLOR_INDEX_BRIGHTNESS" val="0"/>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m_h_i"/>
  <p:tag name="KSO_WM_TEMPLATE_CATEGORY" val="diagram"/>
  <p:tag name="KSO_WM_TEMPLATE_INDEX" val="20233265"/>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388.0014953613281,&quot;width&quot;:786.5572509765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1*m_h_i*1_2_1"/>
  <p:tag name="KSO_WM_UNIT_INDEX" val="1_2_1"/>
  <p:tag name="KSO_WM_DIAGRAM_GROUP_CODE" val="m1-1"/>
  <p:tag name="KSO_WM_UNIT_FILL_TYPE" val="1"/>
  <p:tag name="KSO_WM_UNIT_FILL_FORE_SCHEMECOLOR_INDEX" val="5"/>
  <p:tag name="KSO_WM_UNIT_FILL_FORE_SCHEMECOLOR_INDEX_BRIGHTNESS" val="0"/>
</p:tagLst>
</file>

<file path=ppt/tags/tag185.xml><?xml version="1.0" encoding="utf-8"?>
<p:tagLst xmlns:p="http://schemas.openxmlformats.org/presentationml/2006/main">
  <p:tag name="KSO_WM_DIAGRAM_VERSION" val="3"/>
  <p:tag name="KSO_WM_DIAGRAM_COLOR_TRICK" val="1"/>
  <p:tag name="KSO_WM_DIAGRAM_COLOR_TEXT_CAN_REMOVE" val="n"/>
  <p:tag name="KSO_WM_UNIT_VALUE" val="90*82"/>
  <p:tag name="KSO_WM_UNIT_HIGHLIGHT" val="0"/>
  <p:tag name="KSO_WM_UNIT_COMPATIBLE" val="0"/>
  <p:tag name="KSO_WM_UNIT_DIAGRAM_ISNUMVISUAL" val="0"/>
  <p:tag name="KSO_WM_UNIT_DIAGRAM_ISREFERUNIT" val="0"/>
  <p:tag name="KSO_WM_DIAGRAM_GROUP_CODE" val="m1-1"/>
  <p:tag name="KSO_WM_UNIT_TYPE" val="m_h_x"/>
  <p:tag name="KSO_WM_UNIT_INDEX" val="1_1_1"/>
  <p:tag name="KSO_WM_UNIT_ID" val="diagram20233265_1*m_h_x*1_1_1"/>
  <p:tag name="KSO_WM_TEMPLATE_CATEGORY" val="diagram"/>
  <p:tag name="KSO_WM_TEMPLATE_INDEX" val="20233265"/>
  <p:tag name="KSO_WM_UNIT_LAYERLEVEL" val="1_1_1"/>
  <p:tag name="KSO_WM_TAG_VERSION" val="3.0"/>
  <p:tag name="KSO_WM_BEAUTIFY_FLAG" val="#wm#"/>
  <p:tag name="KSO_WM_DIAGRAM_MAX_ITEMCNT" val="5"/>
  <p:tag name="KSO_WM_DIAGRAM_MIN_ITEMCNT" val="2"/>
  <p:tag name="KSO_WM_DIAGRAM_VIRTUALLY_FRAME" val="{&quot;height&quot;:388.0014953613281,&quot;width&quot;:786.55725097656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Lst>
</file>

<file path=ppt/tags/tag186.xml><?xml version="1.0" encoding="utf-8"?>
<p:tagLst xmlns:p="http://schemas.openxmlformats.org/presentationml/2006/main">
  <p:tag name="KSO_WM_DIAGRAM_VERSION" val="3"/>
  <p:tag name="KSO_WM_DIAGRAM_COLOR_TRICK" val="1"/>
  <p:tag name="KSO_WM_DIAGRAM_COLOR_TEXT_CAN_REMOVE" val="n"/>
  <p:tag name="KSO_WM_UNIT_VALUE" val="83*90"/>
  <p:tag name="KSO_WM_UNIT_HIGHLIGHT" val="0"/>
  <p:tag name="KSO_WM_UNIT_COMPATIBLE" val="0"/>
  <p:tag name="KSO_WM_UNIT_DIAGRAM_ISNUMVISUAL" val="0"/>
  <p:tag name="KSO_WM_UNIT_DIAGRAM_ISREFERUNIT" val="0"/>
  <p:tag name="KSO_WM_DIAGRAM_GROUP_CODE" val="m1-1"/>
  <p:tag name="KSO_WM_UNIT_TYPE" val="m_h_x"/>
  <p:tag name="KSO_WM_UNIT_INDEX" val="1_2_1"/>
  <p:tag name="KSO_WM_UNIT_ID" val="diagram20233265_1*m_h_x*1_2_1"/>
  <p:tag name="KSO_WM_TEMPLATE_CATEGORY" val="diagram"/>
  <p:tag name="KSO_WM_TEMPLATE_INDEX" val="20233265"/>
  <p:tag name="KSO_WM_UNIT_LAYERLEVEL" val="1_1_1"/>
  <p:tag name="KSO_WM_TAG_VERSION" val="3.0"/>
  <p:tag name="KSO_WM_BEAUTIFY_FLAG" val="#wm#"/>
  <p:tag name="KSO_WM_DIAGRAM_MAX_ITEMCNT" val="5"/>
  <p:tag name="KSO_WM_DIAGRAM_MIN_ITEMCNT" val="2"/>
  <p:tag name="KSO_WM_DIAGRAM_VIRTUALLY_FRAME" val="{&quot;height&quot;:388.0014953613281,&quot;width&quot;:786.55725097656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Lst>
</file>

<file path=ppt/tags/tag187.xml><?xml version="1.0" encoding="utf-8"?>
<p:tagLst xmlns:p="http://schemas.openxmlformats.org/presentationml/2006/main">
  <p:tag name="KSO_WM_TEMPLATE_MASTER_TYPE" val="0"/>
  <p:tag name="KSO_WM_TEMPLATE_COLOR_TYPE" val="0"/>
  <p:tag name="KSO_WM_BEAUTIFY_FLAG" val="#wm#"/>
  <p:tag name="KSO_WM_TEMPLATE_CATEGORY" val="diagram"/>
  <p:tag name="KSO_WM_SLIDE_TYPE" val="text"/>
  <p:tag name="KSO_WM_SLIDE_SUBTYPE" val="diag"/>
  <p:tag name="KSO_WM_SLIDE_SIZE" val="786.557*388.002"/>
  <p:tag name="KSO_WM_SLIDE_POSITION" val="86.3701*111.05"/>
  <p:tag name="KSO_WM_SLIDE_LAYOUT" val="a_m"/>
  <p:tag name="KSO_WM_SLIDE_LAYOUT_CNT" val="1_1"/>
  <p:tag name="KSO_WM_SPECIAL_SOURCE" val="bdnull"/>
  <p:tag name="KSO_WM_DIAGRAM_GROUP_CODE" val="m1-1"/>
  <p:tag name="KSO_WM_SLIDE_DIAGTYPE" val="m"/>
  <p:tag name="KSO_WM_TEMPLATE_INDEX" val="20233265"/>
  <p:tag name="KSO_WM_TEMPLATE_SUBCATEGORY" val="0"/>
  <p:tag name="KSO_WM_SLIDE_INDEX" val="4"/>
  <p:tag name="KSO_WM_TAG_VERSION" val="3.0"/>
  <p:tag name="KSO_WM_SLIDE_ID" val="diagram20233265_4"/>
  <p:tag name="KSO_WM_SLIDE_ITEM_CNT" val="5"/>
  <p:tag name="CP_OUTLINE_TITLE" val="全国产化技术栈构建"/>
  <p:tag name="CP_OUTLINE_TYPE" val="pt_text"/>
</p:tagLst>
</file>

<file path=ppt/tags/tag188.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314_7*e*1"/>
  <p:tag name="KSO_WM_TEMPLATE_CATEGORY" val="custom"/>
  <p:tag name="KSO_WM_TEMPLATE_INDEX" val="20230314"/>
  <p:tag name="KSO_WM_UNIT_LAYERLEVEL" val="1"/>
  <p:tag name="KSO_WM_TAG_VERSION" val="3.0"/>
  <p:tag name="KSO_WM_BEAUTIFY_FLAG" val="#wm#"/>
</p:tagLst>
</file>

<file path=ppt/tags/tag18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7*a*1"/>
  <p:tag name="KSO_WM_TEMPLATE_CATEGORY" val="custom"/>
  <p:tag name="KSO_WM_TEMPLATE_INDEX" val="20230314"/>
  <p:tag name="KSO_WM_UNIT_LAYERLEVEL" val="1"/>
  <p:tag name="KSO_WM_TAG_VERSION" val="3.0"/>
  <p:tag name="KSO_WM_BEAUTIFY_FLAG" val="#wm#"/>
  <p:tag name="KSO_WM_UNIT_CONTENT_GROUP_TYPE" val="contentchip"/>
  <p:tag name="KSO_WM_UNIT_PRESET_TEXT" val="添加章节标题"/>
  <p:tag name="KSO_WM_UNIT_TEXT_TYPE" val="1"/>
</p:tagLst>
</file>

<file path=ppt/tags/tag190.xml><?xml version="1.0" encoding="utf-8"?>
<p:tagLst xmlns:p="http://schemas.openxmlformats.org/presentationml/2006/main">
  <p:tag name="KSO_WM_SLIDE_ID" val="custom2023031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314"/>
  <p:tag name="KSO_WM_SLIDE_TYPE" val="sectionTitle"/>
  <p:tag name="KSO_WM_SLIDE_SUBTYPE" val="pureTxt"/>
  <p:tag name="KSO_WM_SLIDE_LAYOUT" val="a_e"/>
  <p:tag name="KSO_WM_SLIDE_LAYOUT_CNT" val="1_1"/>
  <p:tag name="KSO_WM_SPECIAL_SOURCE" val="bdnull"/>
  <p:tag name="KSO_WM_SLIDE_CONTENT_AREA" val="{&quot;left&quot;:&quot;504.35&quot;,&quot;top&quot;:&quot;139.2&quot;,&quot;width&quot;:&quot;435.7&quot;,&quot;height&quot;:&quot;210&quot;}"/>
  <p:tag name="CP_OUTLINE_TITLE" val="行业应用深度渗透"/>
  <p:tag name="CP_OUTLINE_TYPE" val="pt_section_title"/>
</p:tagLst>
</file>

<file path=ppt/tags/tag19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199_3*a*1"/>
  <p:tag name="KSO_WM_TEMPLATE_CATEGORY" val="diagram"/>
  <p:tag name="KSO_WM_TEMPLATE_INDEX" val="20233199"/>
  <p:tag name="KSO_WM_UNIT_LAYERLEVEL" val="1"/>
  <p:tag name="KSO_WM_TAG_VERSION" val="3.0"/>
  <p:tag name="KSO_WM_BEAUTIFY_FLAG" val="#wm#"/>
  <p:tag name="KSO_WM_DIAGRAM_GROUP_CODE" val="m1-1"/>
  <p:tag name="KSO_WM_UNIT_TEXT_TYPE" val="1"/>
  <p:tag name="KSO_WM_UNIT_PRESET_TEXT" val="单击此处添加标题"/>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2_3"/>
  <p:tag name="KSO_WM_TEMPLATE_CATEGORY" val="diagram"/>
  <p:tag name="KSO_WM_TEMPLATE_INDEX" val="20233199"/>
  <p:tag name="KSO_WM_UNIT_LAYERLEVEL" val="1_1_1"/>
  <p:tag name="KSO_WM_TAG_VERSION" val="3.0"/>
  <p:tag name="KSO_WM_UNIT_TYPE" val="m_h_i"/>
  <p:tag name="KSO_WM_UNIT_INDEX" val="1_2_3"/>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Lst>
</file>

<file path=ppt/tags/tag19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3199_2*m_h_f*1_1_1"/>
  <p:tag name="KSO_WM_TEMPLATE_CATEGORY" val="diagram"/>
  <p:tag name="KSO_WM_TEMPLATE_INDEX" val="20233199"/>
  <p:tag name="KSO_WM_UNIT_LAYERLEVEL" val="1_1_1"/>
  <p:tag name="KSO_WM_TAG_VERSION" val="3.0"/>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项正文，文字是思想的提炼，请尽量言简意赅的阐述观点。单击此处输入项正文，文字是思想的提炼，请尽量言简意赅的阐述观点。单击输入项正文，文字是思想的提炼。"/>
  <p:tag name="KSO_WM_UNIT_TEXT_FILL_FORE_SCHEMECOLOR_INDEX" val="1"/>
  <p:tag name="KSO_WM_UNIT_TEXT_FILL_TYPE" val="1"/>
</p:tagLst>
</file>

<file path=ppt/tags/tag19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1_1"/>
  <p:tag name="KSO_WM_UNIT_ID" val="diagram20233199_2*m_h_a*1_1_1"/>
  <p:tag name="KSO_WM_TEMPLATE_CATEGORY" val="diagram"/>
  <p:tag name="KSO_WM_TEMPLATE_INDEX" val="20233199"/>
  <p:tag name="KSO_WM_UNIT_LAYERLEVEL" val="1_1_1"/>
  <p:tag name="KSO_WM_TAG_VERSION" val="3.0"/>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x*1_1_1"/>
  <p:tag name="KSO_WM_TEMPLATE_CATEGORY" val="diagram"/>
  <p:tag name="KSO_WM_TEMPLATE_INDEX" val="20233199"/>
  <p:tag name="KSO_WM_UNIT_LAYERLEVEL" val="1_1_1"/>
  <p:tag name="KSO_WM_TAG_VERSION" val="3.0"/>
  <p:tag name="KSO_WM_UNIT_VALUE" val="138*146"/>
  <p:tag name="KSO_WM_UNIT_TYPE" val="m_h_x"/>
  <p:tag name="KSO_WM_UNIT_INDEX" val="1_1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1_2"/>
  <p:tag name="KSO_WM_TEMPLATE_CATEGORY" val="diagram"/>
  <p:tag name="KSO_WM_TEMPLATE_INDEX" val="20233199"/>
  <p:tag name="KSO_WM_UNIT_LAYERLEVEL" val="1_1_1"/>
  <p:tag name="KSO_WM_TAG_VERSION" val="3.0"/>
  <p:tag name="KSO_WM_UNIT_TYPE" val="m_h_i"/>
  <p:tag name="KSO_WM_UNIT_INDEX" val="1_1_2"/>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BEAUTIFY_FLAG" val="#wm#"/>
  <p:tag name="KSO_WM_UNIT_LINE_FORE_SCHEMECOLOR_INDEX" val="13"/>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1_1"/>
  <p:tag name="KSO_WM_TEMPLATE_CATEGORY" val="diagram"/>
  <p:tag name="KSO_WM_TEMPLATE_INDEX" val="20233199"/>
  <p:tag name="KSO_WM_UNIT_LAYERLEVEL" val="1_1_1"/>
  <p:tag name="KSO_WM_TAG_VERSION" val="3.0"/>
  <p:tag name="KSO_WM_UNIT_SUBTYPE" val="d"/>
  <p:tag name="KSO_WM_UNIT_TYPE" val="m_h_i"/>
  <p:tag name="KSO_WM_UNIT_INDEX" val="1_1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BEAUTIFY_FLAG" val="#wm#"/>
  <p:tag name="KSO_WM_UNIT_LINE_FORE_SCHEMECOLOR_INDEX" val="13"/>
  <p:tag name="KSO_WM_UNIT_TEXT_FILL_FORE_SCHEMECOLOR_INDEX" val="1"/>
  <p:tag name="KSO_WM_UNIT_TEXT_FILL_TYPE" val="1"/>
</p:tagLst>
</file>

<file path=ppt/tags/tag19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3199_2*m_h_f*1_2_1"/>
  <p:tag name="KSO_WM_TEMPLATE_CATEGORY" val="diagram"/>
  <p:tag name="KSO_WM_TEMPLATE_INDEX" val="20233199"/>
  <p:tag name="KSO_WM_UNIT_LAYERLEVEL" val="1_1_1"/>
  <p:tag name="KSO_WM_TAG_VERSION" val="3.0"/>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项正文，文字是思想的提炼，请言简意赅的阐述观点。单击此处输入项正文，文字是思想的提炼，请言简意赅的阐述观点。单击输入项正文，文字是思想的提炼。"/>
  <p:tag name="KSO_WM_UNIT_TEXT_FILL_FORE_SCHEMECOLOR_INDEX" val="1"/>
  <p:tag name="KSO_WM_UNIT_TEXT_FILL_TYPE" val="1"/>
</p:tagLst>
</file>

<file path=ppt/tags/tag19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2_1"/>
  <p:tag name="KSO_WM_UNIT_ID" val="diagram20233199_2*m_h_a*1_2_1"/>
  <p:tag name="KSO_WM_TEMPLATE_CATEGORY" val="diagram"/>
  <p:tag name="KSO_WM_TEMPLATE_INDEX" val="20233199"/>
  <p:tag name="KSO_WM_UNIT_LAYERLEVEL" val="1_1_1"/>
  <p:tag name="KSO_WM_TAG_VERSION" val="3.0"/>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2_2"/>
  <p:tag name="KSO_WM_TEMPLATE_CATEGORY" val="diagram"/>
  <p:tag name="KSO_WM_TEMPLATE_INDEX" val="20233199"/>
  <p:tag name="KSO_WM_UNIT_LAYERLEVEL" val="1_1_1"/>
  <p:tag name="KSO_WM_TAG_VERSION" val="3.0"/>
  <p:tag name="KSO_WM_UNIT_TYPE" val="m_h_i"/>
  <p:tag name="KSO_WM_UNIT_INDEX" val="1_2_2"/>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BEAUTIFY_FLAG" val="#wm#"/>
  <p:tag name="KSO_WM_UNIT_LINE_FORE_SCHEMECOLOR_INDEX" val="13"/>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2_1"/>
  <p:tag name="KSO_WM_TEMPLATE_CATEGORY" val="diagram"/>
  <p:tag name="KSO_WM_TEMPLATE_INDEX" val="20233199"/>
  <p:tag name="KSO_WM_UNIT_LAYERLEVEL" val="1_1_1"/>
  <p:tag name="KSO_WM_TAG_VERSION" val="3.0"/>
  <p:tag name="KSO_WM_UNIT_SUBTYPE" val="d"/>
  <p:tag name="KSO_WM_UNIT_TYPE" val="m_h_i"/>
  <p:tag name="KSO_WM_UNIT_INDEX" val="1_2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BEAUTIFY_FLAG" val="#wm#"/>
  <p:tag name="KSO_WM_UNIT_LINE_FORE_SCHEMECOLOR_INDEX" val="13"/>
  <p:tag name="KSO_WM_UNIT_TEXT_FILL_FORE_SCHEMECOLOR_INDEX" val="1"/>
  <p:tag name="KSO_WM_UNIT_TEXT_FILL_TYPE" val="1"/>
</p:tagLst>
</file>

<file path=ppt/tags/tag20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3199_2*m_h_f*1_3_1"/>
  <p:tag name="KSO_WM_TEMPLATE_CATEGORY" val="diagram"/>
  <p:tag name="KSO_WM_TEMPLATE_INDEX" val="20233199"/>
  <p:tag name="KSO_WM_UNIT_LAYERLEVEL" val="1_1_1"/>
  <p:tag name="KSO_WM_TAG_VERSION" val="3.0"/>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项正文，文字是思想的提炼，请尽量言简意赅的阐述观点。单击此处输入项正文，文字是思想的提炼，请尽量言简意赅的阐述观点。单击输入项正文，文字是思想的提炼。"/>
  <p:tag name="KSO_WM_UNIT_TEXT_FILL_FORE_SCHEMECOLOR_INDEX" val="1"/>
  <p:tag name="KSO_WM_UNIT_TEXT_FILL_TYPE" val="1"/>
</p:tagLst>
</file>

<file path=ppt/tags/tag20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3_1"/>
  <p:tag name="KSO_WM_UNIT_ID" val="diagram20233199_2*m_h_a*1_3_1"/>
  <p:tag name="KSO_WM_TEMPLATE_CATEGORY" val="diagram"/>
  <p:tag name="KSO_WM_TEMPLATE_INDEX" val="20233199"/>
  <p:tag name="KSO_WM_UNIT_LAYERLEVEL" val="1_1_1"/>
  <p:tag name="KSO_WM_TAG_VERSION" val="3.0"/>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3_2"/>
  <p:tag name="KSO_WM_TEMPLATE_CATEGORY" val="diagram"/>
  <p:tag name="KSO_WM_TEMPLATE_INDEX" val="20233199"/>
  <p:tag name="KSO_WM_UNIT_LAYERLEVEL" val="1_1_1"/>
  <p:tag name="KSO_WM_TAG_VERSION" val="3.0"/>
  <p:tag name="KSO_WM_UNIT_TYPE" val="m_h_i"/>
  <p:tag name="KSO_WM_UNIT_INDEX" val="1_3_2"/>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BEAUTIFY_FLAG" val="#wm#"/>
  <p:tag name="KSO_WM_UNIT_LINE_FORE_SCHEMECOLOR_INDEX" val="13"/>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3_1"/>
  <p:tag name="KSO_WM_TEMPLATE_CATEGORY" val="diagram"/>
  <p:tag name="KSO_WM_TEMPLATE_INDEX" val="20233199"/>
  <p:tag name="KSO_WM_UNIT_LAYERLEVEL" val="1_1_1"/>
  <p:tag name="KSO_WM_TAG_VERSION" val="3.0"/>
  <p:tag name="KSO_WM_UNIT_SUBTYPE" val="d"/>
  <p:tag name="KSO_WM_UNIT_TYPE" val="m_h_i"/>
  <p:tag name="KSO_WM_UNIT_INDEX" val="1_3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BEAUTIFY_FLAG" val="#wm#"/>
  <p:tag name="KSO_WM_UNIT_LINE_FORE_SCHEMECOLOR_INDEX" val="13"/>
  <p:tag name="KSO_WM_UNIT_TEXT_FILL_FORE_SCHEMECOLOR_INDEX" val="1"/>
  <p:tag name="KSO_WM_UNIT_TEXT_FILL_TYPE" val="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x*1_3_1"/>
  <p:tag name="KSO_WM_TEMPLATE_CATEGORY" val="diagram"/>
  <p:tag name="KSO_WM_TEMPLATE_INDEX" val="20233199"/>
  <p:tag name="KSO_WM_UNIT_LAYERLEVEL" val="1_1_1"/>
  <p:tag name="KSO_WM_TAG_VERSION" val="3.0"/>
  <p:tag name="KSO_WM_UNIT_VALUE" val="140*160"/>
  <p:tag name="KSO_WM_UNIT_TYPE" val="m_h_x"/>
  <p:tag name="KSO_WM_UNIT_INDEX" val="1_3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x*1_2_1"/>
  <p:tag name="KSO_WM_TEMPLATE_CATEGORY" val="diagram"/>
  <p:tag name="KSO_WM_TEMPLATE_INDEX" val="20233199"/>
  <p:tag name="KSO_WM_UNIT_LAYERLEVEL" val="1_1_1"/>
  <p:tag name="KSO_WM_TAG_VERSION" val="3.0"/>
  <p:tag name="KSO_WM_UNIT_VALUE" val="160*161"/>
  <p:tag name="KSO_WM_UNIT_TYPE" val="m_h_x"/>
  <p:tag name="KSO_WM_UNIT_INDEX" val="1_2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3_3"/>
  <p:tag name="KSO_WM_TEMPLATE_CATEGORY" val="diagram"/>
  <p:tag name="KSO_WM_TEMPLATE_INDEX" val="20233199"/>
  <p:tag name="KSO_WM_UNIT_LAYERLEVEL" val="1_1_1"/>
  <p:tag name="KSO_WM_TAG_VERSION" val="3.0"/>
  <p:tag name="KSO_WM_UNIT_TYPE" val="m_h_i"/>
  <p:tag name="KSO_WM_UNIT_INDEX" val="1_3_3"/>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Lst>
</file>

<file path=ppt/tags/tag209.xml><?xml version="1.0" encoding="utf-8"?>
<p:tagLst xmlns:p="http://schemas.openxmlformats.org/presentationml/2006/main">
  <p:tag name="KSO_WM_SLIDE_ID" val="diagram20233199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3199"/>
  <p:tag name="KSO_WM_SLIDE_TYPE" val="text"/>
  <p:tag name="KSO_WM_SLIDE_SUBTYPE" val="diag"/>
  <p:tag name="KSO_WM_SLIDE_SIZE" val="850.375*375.85"/>
  <p:tag name="KSO_WM_SLIDE_POSITION" val="54.825*125.417"/>
  <p:tag name="KSO_WM_SLIDE_LAYOUT" val="a_m"/>
  <p:tag name="KSO_WM_SLIDE_LAYOUT_CNT" val="1_1"/>
  <p:tag name="KSO_WM_SPECIAL_SOURCE" val="bdnull"/>
  <p:tag name="KSO_WM_DIAGRAM_GROUP_CODE" val="m1-1"/>
  <p:tag name="KSO_WM_SLIDE_DIAGTYPE" val="m"/>
  <p:tag name="CP_OUTLINE_TITLE" val="智慧港口效率革命"/>
  <p:tag name="CP_OUTLINE_TYPE" val="pt_text"/>
</p:tagLst>
</file>

<file path=ppt/tags/tag210.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1939"/>
  <p:tag name="KSO_WM_UNIT_ID" val="custom20231939_1*a*1"/>
  <p:tag name="KSO_WM_UNIT_TEXT_FILL_FORE_SCHEMECOLOR_INDEX" val="5"/>
  <p:tag name="KSO_WM_UNIT_TEXT_FILL_TYPE" val="1"/>
  <p:tag name="KSO_WM_UNIT_USESOURCEFORMAT_APPLY" val="1"/>
  <p:tag name="KSO_WM_UNIT_PRESET_TEXT" val="单击此处添加标题"/>
  <p:tag name="KSO_WM_UNIT_TEXT_TYPE" val="1"/>
</p:tagLst>
</file>

<file path=ppt/tags/tag211.xml><?xml version="1.0" encoding="utf-8"?>
<p:tagLst xmlns:p="http://schemas.openxmlformats.org/presentationml/2006/main">
  <p:tag name="KSO_WM_UNIT_VALUE" val="1436*1469"/>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1939_1*d*1"/>
  <p:tag name="KSO_WM_TEMPLATE_CATEGORY" val="custom"/>
  <p:tag name="KSO_WM_TEMPLATE_INDEX" val="20231939"/>
  <p:tag name="KSO_WM_UNIT_LAYERLEVEL" val="1"/>
  <p:tag name="KSO_WM_TAG_VERSION" val="3.0"/>
  <p:tag name="KSO_WM_BEAUTIFY_FLAG" val="#wm#"/>
  <p:tag name="KSO_WM_UNIT_LINE_FORE_SCHEMECOLOR_INDEX" val="13"/>
  <p:tag name="KSO_WM_UNIT_LINE_FILL_TYPE" val="2"/>
  <p:tag name="KSO_WM_UNIT_USESOURCEFORMAT_APPLY" val="1"/>
  <p:tag name="KSO_WM_UNIT_PICTURE_SUBTYPE" val="a"/>
  <p:tag name="MH_PIC_SOURCE_TYPE" val="generate_slide_ai*VCG41N1336414578*gallery_gallery_ai_v2.0.9_ONLINE*37ff37d0c64bb297fa7aaff6b4b4eac2-slide-8"/>
</p:tagLst>
</file>

<file path=ppt/tags/tag21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970_3*l_h_f*1_1_1"/>
  <p:tag name="KSO_WM_TEMPLATE_CATEGORY" val="diagram"/>
  <p:tag name="KSO_WM_TEMPLATE_INDEX" val="20231970"/>
  <p:tag name="KSO_WM_UNIT_LAYERLEVEL" val="1_1_1"/>
  <p:tag name="KSO_WM_TAG_VERSION" val="3.0"/>
  <p:tag name="KSO_WM_UNIT_TEXT_FILL_FORE_SCHEMECOLOR_INDEX_BRIGHTNESS" val="0.15"/>
  <p:tag name="KSO_WM_DIAGRAM_VERSION" val="3"/>
  <p:tag name="KSO_WM_DIAGRAM_COLOR_TRICK" val="1"/>
  <p:tag name="KSO_WM_DIAGRAM_GROUP_CODE" val="l1-1"/>
  <p:tag name="KSO_WM_DIAGRAM_MAX_ITEMCNT" val="3"/>
  <p:tag name="KSO_WM_DIAGRAM_MIN_ITEMCNT" val="1"/>
  <p:tag name="KSO_WM_DIAGRAM_VIRTUALLY_FRAME" val="{&quot;height&quot;:328.93646240234375,&quot;width&quot;:267.174957275390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UNIT_TEXT_TYPE" val="1"/>
  <p:tag name="KSO_WM_BEAUTIFY_FLAG" val="#wm#"/>
  <p:tag name="KSO_WM_UNIT_TEXT_LAYER_COUNT" val="1"/>
  <p:tag name="KSO_WM_UNIT_PRESET_TEXT" val="单击此处输入你的项正文，文字是您思想的提炼，请尽量言简意赅的阐述。单击此处输入你的项正，文字是您思想的提炼，请尽量言简意赅的阐述。"/>
  <p:tag name="KSO_WM_UNIT_TEXT_FILL_FORE_SCHEMECOLOR_INDEX" val="1"/>
  <p:tag name="KSO_WM_UNIT_TEXT_FILL_TYPE" val="1"/>
</p:tagLst>
</file>

<file path=ppt/tags/tag21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70_3*l_h_a*1_1_1"/>
  <p:tag name="KSO_WM_TEMPLATE_CATEGORY" val="diagram"/>
  <p:tag name="KSO_WM_TEMPLATE_INDEX" val="20231970"/>
  <p:tag name="KSO_WM_UNIT_LAYERLEVEL" val="1_1_1"/>
  <p:tag name="KSO_WM_TAG_VERSION" val="3.0"/>
  <p:tag name="KSO_WM_DIAGRAM_VERSION" val="3"/>
  <p:tag name="KSO_WM_DIAGRAM_COLOR_TRICK" val="1"/>
  <p:tag name="KSO_WM_DIAGRAM_GROUP_CODE" val="l1-1"/>
  <p:tag name="KSO_WM_DIAGRAM_MAX_ITEMCNT" val="3"/>
  <p:tag name="KSO_WM_DIAGRAM_MIN_ITEMCNT" val="1"/>
  <p:tag name="KSO_WM_DIAGRAM_VIRTUALLY_FRAME" val="{&quot;height&quot;:328.93646240234375,&quot;width&quot;:267.174957275390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DIAGRAM_COLOR_TEXT_CAN_REMOVE" val="n"/>
  <p:tag name="KSO_WM_UNIT_TEXT_TYPE" val="1"/>
  <p:tag name="KSO_WM_BEAUTIFY_FLAG" val="#wm#"/>
  <p:tag name="KSO_WM_UNIT_PRESET_TEXT" val="此处添加标题"/>
  <p:tag name="KSO_WM_UNIT_TEXT_FILL_FORE_SCHEMECOLOR_INDEX" val="1"/>
  <p:tag name="KSO_WM_UNIT_TEXT_FILL_TYPE" val="1"/>
</p:tagLst>
</file>

<file path=ppt/tags/tag21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970_3*l_h_f*1_2_1"/>
  <p:tag name="KSO_WM_TEMPLATE_CATEGORY" val="diagram"/>
  <p:tag name="KSO_WM_TEMPLATE_INDEX" val="20231970"/>
  <p:tag name="KSO_WM_UNIT_LAYERLEVEL" val="1_1_1"/>
  <p:tag name="KSO_WM_TAG_VERSION" val="3.0"/>
  <p:tag name="KSO_WM_UNIT_TEXT_FILL_FORE_SCHEMECOLOR_INDEX_BRIGHTNESS" val="0.15"/>
  <p:tag name="KSO_WM_DIAGRAM_VERSION" val="3"/>
  <p:tag name="KSO_WM_DIAGRAM_COLOR_TRICK" val="1"/>
  <p:tag name="KSO_WM_DIAGRAM_GROUP_CODE" val="l1-1"/>
  <p:tag name="KSO_WM_DIAGRAM_MAX_ITEMCNT" val="3"/>
  <p:tag name="KSO_WM_DIAGRAM_MIN_ITEMCNT" val="1"/>
  <p:tag name="KSO_WM_DIAGRAM_VIRTUALLY_FRAME" val="{&quot;height&quot;:328.93646240234375,&quot;width&quot;:267.174957275390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UNIT_TEXT_TYPE" val="1"/>
  <p:tag name="KSO_WM_BEAUTIFY_FLAG" val="#wm#"/>
  <p:tag name="KSO_WM_UNIT_TEXT_LAYER_COUNT" val="1"/>
  <p:tag name="KSO_WM_UNIT_PRESET_TEXT" val="单击此处输入你的项正文，文字是您思想的提炼，请尽量言简意赅的阐述。单击此处输入你的项正，文字是您思想的提炼，请尽量言简意赅的阐述。"/>
  <p:tag name="KSO_WM_UNIT_TEXT_FILL_FORE_SCHEMECOLOR_INDEX" val="1"/>
  <p:tag name="KSO_WM_UNIT_TEXT_FILL_TYPE" val="1"/>
</p:tagLst>
</file>

<file path=ppt/tags/tag21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970_3*l_h_a*1_2_1"/>
  <p:tag name="KSO_WM_TEMPLATE_CATEGORY" val="diagram"/>
  <p:tag name="KSO_WM_TEMPLATE_INDEX" val="20231970"/>
  <p:tag name="KSO_WM_UNIT_LAYERLEVEL" val="1_1_1"/>
  <p:tag name="KSO_WM_TAG_VERSION" val="3.0"/>
  <p:tag name="KSO_WM_DIAGRAM_VERSION" val="3"/>
  <p:tag name="KSO_WM_DIAGRAM_COLOR_TRICK" val="1"/>
  <p:tag name="KSO_WM_DIAGRAM_GROUP_CODE" val="l1-1"/>
  <p:tag name="KSO_WM_DIAGRAM_MAX_ITEMCNT" val="3"/>
  <p:tag name="KSO_WM_DIAGRAM_MIN_ITEMCNT" val="1"/>
  <p:tag name="KSO_WM_DIAGRAM_VIRTUALLY_FRAME" val="{&quot;height&quot;:328.93646240234375,&quot;width&quot;:267.174957275390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DIAGRAM_COLOR_TEXT_CAN_REMOVE" val="n"/>
  <p:tag name="KSO_WM_UNIT_TEXT_TYPE" val="1"/>
  <p:tag name="KSO_WM_BEAUTIFY_FLAG" val="#wm#"/>
  <p:tag name="KSO_WM_UNIT_PRESET_TEXT" val="此处添加标题"/>
  <p:tag name="KSO_WM_UNIT_TEXT_FILL_FORE_SCHEMECOLOR_INDEX" val="1"/>
  <p:tag name="KSO_WM_UNIT_TEXT_FILL_TYPE" val="1"/>
</p:tagLst>
</file>

<file path=ppt/tags/tag21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970_3*l_h_f*1_3_1"/>
  <p:tag name="KSO_WM_TEMPLATE_CATEGORY" val="diagram"/>
  <p:tag name="KSO_WM_TEMPLATE_INDEX" val="20231970"/>
  <p:tag name="KSO_WM_UNIT_LAYERLEVEL" val="1_1_1"/>
  <p:tag name="KSO_WM_TAG_VERSION" val="3.0"/>
  <p:tag name="KSO_WM_UNIT_TEXT_FILL_FORE_SCHEMECOLOR_INDEX_BRIGHTNESS" val="0.15"/>
  <p:tag name="KSO_WM_DIAGRAM_VERSION" val="3"/>
  <p:tag name="KSO_WM_DIAGRAM_COLOR_TRICK" val="1"/>
  <p:tag name="KSO_WM_DIAGRAM_GROUP_CODE" val="l1-1"/>
  <p:tag name="KSO_WM_DIAGRAM_MAX_ITEMCNT" val="3"/>
  <p:tag name="KSO_WM_DIAGRAM_MIN_ITEMCNT" val="1"/>
  <p:tag name="KSO_WM_DIAGRAM_VIRTUALLY_FRAME" val="{&quot;height&quot;:328.93646240234375,&quot;width&quot;:267.174957275390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UNIT_TEXT_TYPE" val="1"/>
  <p:tag name="KSO_WM_BEAUTIFY_FLAG" val="#wm#"/>
  <p:tag name="KSO_WM_UNIT_TEXT_LAYER_COUNT" val="1"/>
  <p:tag name="KSO_WM_UNIT_PRESET_TEXT" val="单击此处输入你的项正文，文字是您思想的提炼，请尽量言简意赅的阐述。单击此处输入你的项正，文字是您思想的提炼，请尽量言简意赅的阐述。"/>
  <p:tag name="KSO_WM_UNIT_TEXT_FILL_FORE_SCHEMECOLOR_INDEX" val="1"/>
  <p:tag name="KSO_WM_UNIT_TEXT_FILL_TYPE" val="1"/>
</p:tagLst>
</file>

<file path=ppt/tags/tag21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970_3*l_h_a*1_3_1"/>
  <p:tag name="KSO_WM_TEMPLATE_CATEGORY" val="diagram"/>
  <p:tag name="KSO_WM_TEMPLATE_INDEX" val="20231970"/>
  <p:tag name="KSO_WM_UNIT_LAYERLEVEL" val="1_1_1"/>
  <p:tag name="KSO_WM_TAG_VERSION" val="3.0"/>
  <p:tag name="KSO_WM_DIAGRAM_VERSION" val="3"/>
  <p:tag name="KSO_WM_DIAGRAM_COLOR_TRICK" val="1"/>
  <p:tag name="KSO_WM_DIAGRAM_GROUP_CODE" val="l1-1"/>
  <p:tag name="KSO_WM_DIAGRAM_MAX_ITEMCNT" val="3"/>
  <p:tag name="KSO_WM_DIAGRAM_MIN_ITEMCNT" val="1"/>
  <p:tag name="KSO_WM_DIAGRAM_VIRTUALLY_FRAME" val="{&quot;height&quot;:328.93646240234375,&quot;width&quot;:267.174957275390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DIAGRAM_COLOR_TEXT_CAN_REMOVE" val="n"/>
  <p:tag name="KSO_WM_UNIT_TEXT_TYPE" val="1"/>
  <p:tag name="KSO_WM_BEAUTIFY_FLAG" val="#wm#"/>
  <p:tag name="KSO_WM_UNIT_PRESET_TEXT" val="此处添加标题"/>
  <p:tag name="KSO_WM_UNIT_TEXT_FILL_FORE_SCHEMECOLOR_INDEX" val="1"/>
  <p:tag name="KSO_WM_UNIT_TEXT_FILL_TYPE" val="1"/>
</p:tagLst>
</file>

<file path=ppt/tags/tag218.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266.85*289.778"/>
  <p:tag name="KSO_WM_SLIDE_POSITION" val="54.55*162.922"/>
  <p:tag name="KSO_WM_SLIDE_LAYOUT" val="a_d_l"/>
  <p:tag name="KSO_WM_SLIDE_LAYOUT_CNT" val="1_1_1"/>
  <p:tag name="KSO_WM_SPECIAL_SOURCE" val="bdnull"/>
  <p:tag name="KSO_WM_DIAGRAM_GROUP_CODE" val="l1-1"/>
  <p:tag name="KSO_WM_SLIDE_DIAGTYPE" val="l"/>
  <p:tag name="KSO_WM_TEMPLATE_INDEX" val="20231939"/>
  <p:tag name="KSO_WM_TEMPLATE_SUBCATEGORY" val="0"/>
  <p:tag name="KSO_WM_SLIDE_INDEX" val="1"/>
  <p:tag name="KSO_WM_TAG_VERSION" val="3.0"/>
  <p:tag name="KSO_WM_SLIDE_ID" val="custom20231939_1"/>
  <p:tag name="KSO_WM_SLIDE_ITEM_CNT" val="2"/>
  <p:tag name="CP_OUTLINE_TITLE" val="金融行业智能跃迁"/>
  <p:tag name="CP_OUTLINE_TYPE" val="pt_text"/>
</p:tagLst>
</file>

<file path=ppt/tags/tag21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VALUE" val="26"/>
  <p:tag name="KSO_WM_TEMPLATE_INDEX" val="20232463"/>
  <p:tag name="KSO_WM_UNIT_ID" val="custom20232463_1*a*1"/>
  <p:tag name="KSO_WM_UNIT_TEXT_TYPE" val="1"/>
  <p:tag name="KSO_WM_UNIT_PRESET_TEXT" val="单击此处添加标题"/>
</p:tagLst>
</file>

<file path=ppt/tags/tag220.xml><?xml version="1.0" encoding="utf-8"?>
<p:tagLst xmlns:p="http://schemas.openxmlformats.org/presentationml/2006/main">
  <p:tag name="KSO_WM_UNIT_VALUE" val="1905*1518"/>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2463_1*d*1"/>
  <p:tag name="KSO_WM_TEMPLATE_CATEGORY" val="custom"/>
  <p:tag name="KSO_WM_TEMPLATE_INDEX" val="20232463"/>
  <p:tag name="KSO_WM_UNIT_LAYERLEVEL" val="1"/>
  <p:tag name="KSO_WM_TAG_VERSION" val="3.0"/>
  <p:tag name="KSO_WM_BEAUTIFY_FLAG" val="#wm#"/>
  <p:tag name="KSO_WM_UNIT_PICTURE_SUBTYPE" val="b"/>
  <p:tag name="MH_PIC_SOURCE_TYPE" val="generate_slide_ai*VCG41N1388144095*gallery_gallery_ai_v2.0.9_ONLINE*37ff37d0c64bb297fa7aaff6b4b4eac2-slide-9"/>
</p:tagLst>
</file>

<file path=ppt/tags/tag221.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658_3*l_h_f*1_1_1"/>
  <p:tag name="KSO_WM_TEMPLATE_CATEGORY" val="diagram"/>
  <p:tag name="KSO_WM_TEMPLATE_INDEX" val="20233658"/>
  <p:tag name="KSO_WM_UNIT_LAYERLEVEL" val="1_1_1"/>
  <p:tag name="KSO_WM_TAG_VERSION" val="3.0"/>
  <p:tag name="KSO_WM_UNIT_VALUE" val="87"/>
  <p:tag name="KSO_WM_DIAGRAM_MAX_ITEMCNT" val="3"/>
  <p:tag name="KSO_WM_DIAGRAM_MIN_ITEMCNT" val="1"/>
  <p:tag name="KSO_WM_DIAGRAM_VIRTUALLY_FRAME" val="{&quot;height&quot;:356.11614990234375,&quot;width&quot;:413.89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添加文本，简明地阐述您观点根据需要可酌情增减文字，以便观者准确理解您传达的思想。单击添加文本，简明扼要地阐述您观点根据需要酌情增减文字，以便观者准确理解。"/>
  <p:tag name="KSO_WM_UNIT_TEXT_FILL_FORE_SCHEMECOLOR_INDEX" val="1"/>
  <p:tag name="KSO_WM_UNIT_TEXT_FILL_TYPE" val="1"/>
</p:tagLst>
</file>

<file path=ppt/tags/tag222.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658_3*l_h_a*1_1_1"/>
  <p:tag name="KSO_WM_TEMPLATE_CATEGORY" val="diagram"/>
  <p:tag name="KSO_WM_TEMPLATE_INDEX" val="20233658"/>
  <p:tag name="KSO_WM_UNIT_LAYERLEVEL" val="1_1_1"/>
  <p:tag name="KSO_WM_TAG_VERSION" val="3.0"/>
  <p:tag name="KSO_WM_DIAGRAM_MAX_ITEMCNT" val="3"/>
  <p:tag name="KSO_WM_DIAGRAM_MIN_ITEMCNT" val="1"/>
  <p:tag name="KSO_WM_DIAGRAM_VIRTUALLY_FRAME" val="{&quot;height&quot;:356.11614990234375,&quot;width&quot;:413.89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1"/>
  <p:tag name="KSO_WM_UNIT_TEXT_TYPE" val="1"/>
  <p:tag name="KSO_WM_BEAUTIFY_FLAG" val="#wm#"/>
  <p:tag name="KSO_WM_UNIT_PRESET_TEXT" val="此处添加项标题"/>
  <p:tag name="KSO_WM_UNIT_TEXT_FILL_FORE_SCHEMECOLOR_INDEX" val="1"/>
  <p:tag name="KSO_WM_UNIT_TEXT_FILL_TYPE" val="1"/>
</p:tagLst>
</file>

<file path=ppt/tags/tag22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3658_3*l_h_i*1_1_1"/>
  <p:tag name="KSO_WM_TEMPLATE_CATEGORY" val="diagram"/>
  <p:tag name="KSO_WM_TEMPLATE_INDEX" val="20233658"/>
  <p:tag name="KSO_WM_UNIT_LAYERLEVEL" val="1_1_1"/>
  <p:tag name="KSO_WM_TAG_VERSION" val="3.0"/>
  <p:tag name="KSO_WM_DIAGRAM_MAX_ITEMCNT" val="3"/>
  <p:tag name="KSO_WM_DIAGRAM_MIN_ITEMCNT" val="1"/>
  <p:tag name="KSO_WM_DIAGRAM_VIRTUALLY_FRAME" val="{&quot;height&quot;:356.11614990234375,&quot;width&quot;:413.899993896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24.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658_3*l_h_f*1_2_1"/>
  <p:tag name="KSO_WM_TEMPLATE_CATEGORY" val="diagram"/>
  <p:tag name="KSO_WM_TEMPLATE_INDEX" val="20233658"/>
  <p:tag name="KSO_WM_UNIT_LAYERLEVEL" val="1_1_1"/>
  <p:tag name="KSO_WM_TAG_VERSION" val="3.0"/>
  <p:tag name="KSO_WM_DIAGRAM_MAX_ITEMCNT" val="3"/>
  <p:tag name="KSO_WM_DIAGRAM_MIN_ITEMCNT" val="1"/>
  <p:tag name="KSO_WM_DIAGRAM_VIRTUALLY_FRAME" val="{&quot;height&quot;:356.11614990234375,&quot;width&quot;:413.89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87"/>
  <p:tag name="KSO_WM_UNIT_TEXT_TYPE" val="1"/>
  <p:tag name="KSO_WM_UNIT_TEXT_LAYER_COUNT" val="1"/>
  <p:tag name="KSO_WM_BEAUTIFY_FLAG" val="#wm#"/>
  <p:tag name="KSO_WM_UNIT_PRESET_TEXT" val="单击添加文本具体内容，简明地阐述您观点根据需要可酌情增减文字，以便观者准确理解您传达的思想。单击添加文本具体内容，简明扼要地阐述您观点根据需要酌情增减文字，以便观者准确理解。"/>
  <p:tag name="KSO_WM_UNIT_TEXT_FILL_FORE_SCHEMECOLOR_INDEX" val="1"/>
  <p:tag name="KSO_WM_UNIT_TEXT_FILL_TYPE" val="1"/>
</p:tagLst>
</file>

<file path=ppt/tags/tag225.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658_3*l_h_a*1_2_1"/>
  <p:tag name="KSO_WM_TEMPLATE_CATEGORY" val="diagram"/>
  <p:tag name="KSO_WM_TEMPLATE_INDEX" val="20233658"/>
  <p:tag name="KSO_WM_UNIT_LAYERLEVEL" val="1_1_1"/>
  <p:tag name="KSO_WM_TAG_VERSION" val="3.0"/>
  <p:tag name="KSO_WM_UNIT_VALUE" val="21"/>
  <p:tag name="KSO_WM_DIAGRAM_MAX_ITEMCNT" val="3"/>
  <p:tag name="KSO_WM_DIAGRAM_MIN_ITEMCNT" val="1"/>
  <p:tag name="KSO_WM_DIAGRAM_VIRTUALLY_FRAME" val="{&quot;height&quot;:356.11614990234375,&quot;width&quot;:413.89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此处添加项标题"/>
  <p:tag name="KSO_WM_UNIT_TEXT_FILL_FORE_SCHEMECOLOR_INDEX" val="1"/>
  <p:tag name="KSO_WM_UNIT_TEXT_FILL_TYPE" val="1"/>
</p:tagLst>
</file>

<file path=ppt/tags/tag22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3658_3*l_h_i*1_2_1"/>
  <p:tag name="KSO_WM_TEMPLATE_CATEGORY" val="diagram"/>
  <p:tag name="KSO_WM_TEMPLATE_INDEX" val="20233658"/>
  <p:tag name="KSO_WM_UNIT_LAYERLEVEL" val="1_1_1"/>
  <p:tag name="KSO_WM_TAG_VERSION" val="3.0"/>
  <p:tag name="KSO_WM_DIAGRAM_MAX_ITEMCNT" val="3"/>
  <p:tag name="KSO_WM_DIAGRAM_MIN_ITEMCNT" val="1"/>
  <p:tag name="KSO_WM_DIAGRAM_VIRTUALLY_FRAME" val="{&quot;height&quot;:356.11614990234375,&quot;width&quot;:413.899993896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27.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658_3*l_h_f*1_3_1"/>
  <p:tag name="KSO_WM_TEMPLATE_CATEGORY" val="diagram"/>
  <p:tag name="KSO_WM_TEMPLATE_INDEX" val="20233658"/>
  <p:tag name="KSO_WM_UNIT_LAYERLEVEL" val="1_1_1"/>
  <p:tag name="KSO_WM_TAG_VERSION" val="3.0"/>
  <p:tag name="KSO_WM_DIAGRAM_MAX_ITEMCNT" val="3"/>
  <p:tag name="KSO_WM_DIAGRAM_MIN_ITEMCNT" val="1"/>
  <p:tag name="KSO_WM_DIAGRAM_VIRTUALLY_FRAME" val="{&quot;height&quot;:356.11614990234375,&quot;width&quot;:413.89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87"/>
  <p:tag name="KSO_WM_UNIT_TEXT_TYPE" val="1"/>
  <p:tag name="KSO_WM_UNIT_TEXT_LAYER_COUNT" val="1"/>
  <p:tag name="KSO_WM_BEAUTIFY_FLAG" val="#wm#"/>
  <p:tag name="KSO_WM_UNIT_PRESET_TEXT" val="单击添加文本，简明地阐述您观点根据需要可酌情增减文字，以便观者准确理解您传达的思想。单击添加文本具体内容，简明扼要地阐述您观点根据需要酌情增减文字，以便观者准确理解。"/>
  <p:tag name="KSO_WM_UNIT_TEXT_FILL_FORE_SCHEMECOLOR_INDEX" val="1"/>
  <p:tag name="KSO_WM_UNIT_TEXT_FILL_TYPE" val="1"/>
</p:tagLst>
</file>

<file path=ppt/tags/tag228.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658_3*l_h_a*1_3_1"/>
  <p:tag name="KSO_WM_TEMPLATE_CATEGORY" val="diagram"/>
  <p:tag name="KSO_WM_TEMPLATE_INDEX" val="20233658"/>
  <p:tag name="KSO_WM_UNIT_LAYERLEVEL" val="1_1_1"/>
  <p:tag name="KSO_WM_TAG_VERSION" val="3.0"/>
  <p:tag name="KSO_WM_UNIT_VALUE" val="21"/>
  <p:tag name="KSO_WM_DIAGRAM_MAX_ITEMCNT" val="3"/>
  <p:tag name="KSO_WM_DIAGRAM_MIN_ITEMCNT" val="1"/>
  <p:tag name="KSO_WM_DIAGRAM_VIRTUALLY_FRAME" val="{&quot;height&quot;:356.11614990234375,&quot;width&quot;:413.89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此处添加项标题"/>
  <p:tag name="KSO_WM_UNIT_TEXT_FILL_FORE_SCHEMECOLOR_INDEX" val="1"/>
  <p:tag name="KSO_WM_UNIT_TEXT_FILL_TYPE" val="1"/>
</p:tagLst>
</file>

<file path=ppt/tags/tag22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3658_3*l_h_i*1_3_1"/>
  <p:tag name="KSO_WM_TEMPLATE_CATEGORY" val="diagram"/>
  <p:tag name="KSO_WM_TEMPLATE_INDEX" val="20233658"/>
  <p:tag name="KSO_WM_UNIT_LAYERLEVEL" val="1_1_1"/>
  <p:tag name="KSO_WM_TAG_VERSION" val="3.0"/>
  <p:tag name="KSO_WM_DIAGRAM_MAX_ITEMCNT" val="3"/>
  <p:tag name="KSO_WM_DIAGRAM_MIN_ITEMCNT" val="1"/>
  <p:tag name="KSO_WM_DIAGRAM_VIRTUALLY_FRAME" val="{&quot;height&quot;:356.11614990234375,&quot;width&quot;:413.899993896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30.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381.641*348.251"/>
  <p:tag name="KSO_WM_SLIDE_POSITION" val="55.2846*138.833"/>
  <p:tag name="KSO_WM_SLIDE_LAYOUT" val="a_d_l"/>
  <p:tag name="KSO_WM_SLIDE_LAYOUT_CNT" val="1_1_1"/>
  <p:tag name="KSO_WM_SPECIAL_SOURCE" val="bdnull"/>
  <p:tag name="KSO_WM_DIAGRAM_GROUP_CODE" val="l1-1"/>
  <p:tag name="KSO_WM_SLIDE_DIAGTYPE" val="l"/>
  <p:tag name="KSO_WM_TEMPLATE_INDEX" val="20232463"/>
  <p:tag name="KSO_WM_TEMPLATE_SUBCATEGORY" val="0"/>
  <p:tag name="KSO_WM_SLIDE_INDEX" val="1"/>
  <p:tag name="KSO_WM_TAG_VERSION" val="3.0"/>
  <p:tag name="KSO_WM_SLIDE_ID" val="custom20232463_1"/>
  <p:tag name="KSO_WM_SLIDE_ITEM_CNT" val="3"/>
  <p:tag name="CP_OUTLINE_TITLE" val="医疗诊断精准升级"/>
  <p:tag name="CP_OUTLINE_TYPE" val="pt_text"/>
</p:tagLst>
</file>

<file path=ppt/tags/tag23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203_2*a*1"/>
  <p:tag name="KSO_WM_TEMPLATE_CATEGORY" val="diagram"/>
  <p:tag name="KSO_WM_TEMPLATE_INDEX" val="20233203"/>
  <p:tag name="KSO_WM_UNIT_LAYERLEVEL" val="1"/>
  <p:tag name="KSO_WM_TAG_VERSION" val="3.0"/>
  <p:tag name="KSO_WM_BEAUTIFY_FLAG" val="#wm#"/>
  <p:tag name="KSO_WM_DIAGRAM_GROUP_CODE" val="l1-1"/>
  <p:tag name="KSO_WM_UNIT_PRESET_TEXT" val="单击此处添加标题"/>
  <p:tag name="KSO_WM_UNIT_TEXT_TYPE" val="1"/>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1"/>
  <p:tag name="KSO_WM_UNIT_ID" val="diagram20233203_1*l_h_i*1_2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1"/>
  <p:tag name="KSO_WM_UNIT_ID" val="diagram20233203_1*l_h_i*1_1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3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3203_1*l_h_f*1_2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UNIT_VALUE" val="170"/>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内容，文字是您思想的提炼，请言简意赅的阐述您的观点。单击此处添加正文，文字是您思想的提炼。单击此处添加正文，文字是您思想的提炼，请言简意赅的阐述您的观点。单击此处添加正文，文字是您思想的提炼。单击此处添加正文，文字是您思想的提炼，请言简意赅的阐述您的观点"/>
  <p:tag name="KSO_WM_UNIT_TEXT_FILL_FORE_SCHEMECOLOR_INDEX" val="1"/>
  <p:tag name="KSO_WM_UNIT_TEXT_FILL_TYPE" val="1"/>
</p:tagLst>
</file>

<file path=ppt/tags/tag23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203_1*l_h_a*1_2_1"/>
  <p:tag name="KSO_WM_TEMPLATE_CATEGORY" val="diagram"/>
  <p:tag name="KSO_WM_TEMPLATE_INDEX" val="20233203"/>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23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3203_1*l_h_f*1_1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UNIT_VALUE" val="170"/>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内容，文字是您思想的提炼，请言简意赅的阐述您的观点。单击添加正文，文字是您思想的提炼。单击此处添加正文，文字是您思想的提炼，请言简意赅的阐述您的观点。单击添加正文，文字是您思想的提炼。单击添加正文，文字是您思想的提炼，请言简意赅的阐述您的观点"/>
  <p:tag name="KSO_WM_UNIT_TEXT_FILL_FORE_SCHEMECOLOR_INDEX" val="1"/>
  <p:tag name="KSO_WM_UNIT_TEXT_FILL_TYPE" val="1"/>
</p:tagLst>
</file>

<file path=ppt/tags/tag23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203_1*l_h_a*1_1_1"/>
  <p:tag name="KSO_WM_TEMPLATE_CATEGORY" val="diagram"/>
  <p:tag name="KSO_WM_TEMPLATE_INDEX" val="20233203"/>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238.xml><?xml version="1.0" encoding="utf-8"?>
<p:tagLst xmlns:p="http://schemas.openxmlformats.org/presentationml/2006/main">
  <p:tag name="KSO_WM_UNIT_VALUE" val="100*108"/>
  <p:tag name="KSO_WM_UNIT_HIGHLIGHT" val="0"/>
  <p:tag name="KSO_WM_UNIT_COMPATIBLE" val="0"/>
  <p:tag name="KSO_WM_UNIT_DIAGRAM_ISNUMVISUAL" val="0"/>
  <p:tag name="KSO_WM_UNIT_DIAGRAM_ISREFERUNIT" val="0"/>
  <p:tag name="KSO_WM_UNIT_TYPE" val="l_h_x"/>
  <p:tag name="KSO_WM_UNIT_INDEX" val="1_1_1"/>
  <p:tag name="KSO_WM_UNIT_ID" val="diagram20233203_1*l_h_x*1_1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239.xml><?xml version="1.0" encoding="utf-8"?>
<p:tagLst xmlns:p="http://schemas.openxmlformats.org/presentationml/2006/main">
  <p:tag name="KSO_WM_UNIT_VALUE" val="108*108"/>
  <p:tag name="KSO_WM_UNIT_HIGHLIGHT" val="0"/>
  <p:tag name="KSO_WM_UNIT_COMPATIBLE" val="0"/>
  <p:tag name="KSO_WM_UNIT_DIAGRAM_ISNUMVISUAL" val="0"/>
  <p:tag name="KSO_WM_UNIT_DIAGRAM_ISREFERUNIT" val="0"/>
  <p:tag name="KSO_WM_UNIT_TYPE" val="l_h_x"/>
  <p:tag name="KSO_WM_UNIT_INDEX" val="1_2_1"/>
  <p:tag name="KSO_WM_UNIT_ID" val="diagram20233203_1*l_h_x*1_2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240.xml><?xml version="1.0" encoding="utf-8"?>
<p:tagLst xmlns:p="http://schemas.openxmlformats.org/presentationml/2006/main">
  <p:tag name="KSO_WM_SLIDE_ID" val="diagram20233203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3203"/>
  <p:tag name="KSO_WM_SLIDE_TYPE" val="text"/>
  <p:tag name="KSO_WM_SLIDE_SUBTYPE" val="diag"/>
  <p:tag name="KSO_WM_SLIDE_SIZE" val="835.572*361.7"/>
  <p:tag name="KSO_WM_SLIDE_POSITION" val="62.1266*132.9"/>
  <p:tag name="KSO_WM_SLIDE_LAYOUT" val="a_l"/>
  <p:tag name="KSO_WM_SLIDE_LAYOUT_CNT" val="1_1"/>
  <p:tag name="KSO_WM_SPECIAL_SOURCE" val="bdnull"/>
  <p:tag name="KSO_WM_DIAGRAM_GROUP_CODE" val="l1-1"/>
  <p:tag name="KSO_WM_SLIDE_DIAGTYPE" val="l"/>
  <p:tag name="CP_OUTLINE_TITLE" val="教育领域认知革命"/>
  <p:tag name="CP_OUTLINE_TYPE" val="pt_text"/>
</p:tagLst>
</file>

<file path=ppt/tags/tag241.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314_7*e*1"/>
  <p:tag name="KSO_WM_TEMPLATE_CATEGORY" val="custom"/>
  <p:tag name="KSO_WM_TEMPLATE_INDEX" val="20230314"/>
  <p:tag name="KSO_WM_UNIT_LAYERLEVEL" val="1"/>
  <p:tag name="KSO_WM_TAG_VERSION" val="3.0"/>
  <p:tag name="KSO_WM_BEAUTIFY_FLAG" val="#wm#"/>
</p:tagLst>
</file>

<file path=ppt/tags/tag24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7*a*1"/>
  <p:tag name="KSO_WM_TEMPLATE_CATEGORY" val="custom"/>
  <p:tag name="KSO_WM_TEMPLATE_INDEX" val="20230314"/>
  <p:tag name="KSO_WM_UNIT_LAYERLEVEL" val="1"/>
  <p:tag name="KSO_WM_TAG_VERSION" val="3.0"/>
  <p:tag name="KSO_WM_BEAUTIFY_FLAG" val="#wm#"/>
  <p:tag name="KSO_WM_UNIT_CONTENT_GROUP_TYPE" val="contentchip"/>
  <p:tag name="KSO_WM_UNIT_PRESET_TEXT" val="添加章节标题"/>
  <p:tag name="KSO_WM_UNIT_TEXT_TYPE" val="1"/>
</p:tagLst>
</file>

<file path=ppt/tags/tag243.xml><?xml version="1.0" encoding="utf-8"?>
<p:tagLst xmlns:p="http://schemas.openxmlformats.org/presentationml/2006/main">
  <p:tag name="KSO_WM_SLIDE_ID" val="custom2023031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314"/>
  <p:tag name="KSO_WM_SLIDE_TYPE" val="sectionTitle"/>
  <p:tag name="KSO_WM_SLIDE_SUBTYPE" val="pureTxt"/>
  <p:tag name="KSO_WM_SLIDE_LAYOUT" val="a_e"/>
  <p:tag name="KSO_WM_SLIDE_LAYOUT_CNT" val="1_1"/>
  <p:tag name="KSO_WM_SPECIAL_SOURCE" val="bdnull"/>
  <p:tag name="KSO_WM_SLIDE_CONTENT_AREA" val="{&quot;left&quot;:&quot;504.35&quot;,&quot;top&quot;:&quot;139.2&quot;,&quot;width&quot;:&quot;435.7&quot;,&quot;height&quot;:&quot;210&quot;}"/>
  <p:tag name="CP_OUTLINE_TITLE" val="产业生态重构路径"/>
  <p:tag name="CP_OUTLINE_TYPE" val="pt_section_title"/>
</p:tagLst>
</file>

<file path=ppt/tags/tag24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967_3*a*1"/>
  <p:tag name="KSO_WM_TEMPLATE_CATEGORY" val="diagram"/>
  <p:tag name="KSO_WM_TEMPLATE_INDEX" val="20231967"/>
  <p:tag name="KSO_WM_UNIT_LAYERLEVEL" val="1"/>
  <p:tag name="KSO_WM_TAG_VERSION" val="3.0"/>
  <p:tag name="KSO_WM_BEAUTIFY_FLAG" val="#wm#"/>
  <p:tag name="KSO_WM_UNIT_PRESET_TEXT" val="单击此处添加标题"/>
  <p:tag name="KSO_WM_UNIT_TEXT_TYPE" val="1"/>
</p:tagLst>
</file>

<file path=ppt/tags/tag245.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67_1*l_h_f*1_1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width&quot;:780.2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56"/>
  <p:tag name="KSO_WM_UNIT_TEXT_FILL_FORE_SCHEMECOLOR_INDEX" val="1"/>
  <p:tag name="KSO_WM_UNIT_TEXT_FILL_TYPE" val="1"/>
  <p:tag name="KSO_WM_UNIT_PRESET_TEXT" val="单击此处添加您的文本具体内容，简明扼要地阐述您的观点。根据需要可酌情增减文字，以便观者准确地理解您传达的思想。单击此处添加您的文本具体内容，简明扼要地阐述您的观点。根据需要可酌情增减文字，以便观者准确地理解您传达的思想。"/>
  <p:tag name="KSO_WM_UNIT_TEXT_TYPE" val="1"/>
</p:tagLst>
</file>

<file path=ppt/tags/tag246.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967_1*l_h_a*1_1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width&quot;:780.2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5"/>
  <p:tag name="KSO_WM_UNIT_TEXT_FILL_FORE_SCHEMECOLOR_INDEX" val="1"/>
  <p:tag name="KSO_WM_UNIT_TEXT_FILL_TYPE" val="1"/>
  <p:tag name="KSO_WM_UNIT_PRESET_TEXT" val="单击此处添加标题"/>
  <p:tag name="KSO_WM_UNIT_TEXT_TYPE" val="1"/>
</p:tagLst>
</file>

<file path=ppt/tags/tag24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967_1*l_h_i*1_1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width&quot;:780.2114257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Lst>
</file>

<file path=ppt/tags/tag248.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67_1*l_h_f*1_2_1"/>
  <p:tag name="KSO_WM_TEMPLATE_CATEGORY" val="diagram"/>
  <p:tag name="KSO_WM_TEMPLATE_INDEX" val="20231967"/>
  <p:tag name="KSO_WM_UNIT_LAYERLEVEL" val="1_1_1"/>
  <p:tag name="KSO_WM_TAG_VERSION" val="3.0"/>
  <p:tag name="KSO_WM_BEAUTIFY_FLAG" val="#wm#"/>
  <p:tag name="KSO_WM_UNIT_VALUE" val="156"/>
  <p:tag name="KSO_WM_DIAGRAM_MAX_ITEMCNT" val="4"/>
  <p:tag name="KSO_WM_DIAGRAM_MIN_ITEMCNT" val="2"/>
  <p:tag name="KSO_WM_DIAGRAM_VIRTUALLY_FRAME" val="{&quot;height&quot;:372.13134765625,&quot;width&quot;:780.2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您的文本具体内容，简明扼要地阐述您的观点。根据需要可酌情增减文字，以便观者准确地理解您传达的思想。单击此处添加您的文本具体内容，简明扼要地阐述您的观点。根据需要可酌情增减文字，以便观者准确地理解您传达的思想。"/>
  <p:tag name="KSO_WM_UNIT_TEXT_TYPE" val="1"/>
</p:tagLst>
</file>

<file path=ppt/tags/tag249.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967_1*l_h_a*1_2_1"/>
  <p:tag name="KSO_WM_TEMPLATE_CATEGORY" val="diagram"/>
  <p:tag name="KSO_WM_TEMPLATE_INDEX" val="20231967"/>
  <p:tag name="KSO_WM_UNIT_LAYERLEVEL" val="1_1_1"/>
  <p:tag name="KSO_WM_TAG_VERSION" val="3.0"/>
  <p:tag name="KSO_WM_BEAUTIFY_FLAG" val="#wm#"/>
  <p:tag name="KSO_WM_UNIT_VALUE" val="35"/>
  <p:tag name="KSO_WM_DIAGRAM_MAX_ITEMCNT" val="4"/>
  <p:tag name="KSO_WM_DIAGRAM_MIN_ITEMCNT" val="2"/>
  <p:tag name="KSO_WM_DIAGRAM_VIRTUALLY_FRAME" val="{&quot;height&quot;:372.13134765625,&quot;width&quot;:780.2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标题"/>
  <p:tag name="KSO_WM_UNIT_TEXT_TYPE" val="1"/>
</p:tagLst>
</file>

<file path=ppt/tags/tag25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967_1*l_h_i*1_2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width&quot;:780.2114257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Lst>
</file>

<file path=ppt/tags/tag251.xml><?xml version="1.0" encoding="utf-8"?>
<p:tagLst xmlns:p="http://schemas.openxmlformats.org/presentationml/2006/main">
  <p:tag name="KSO_WM_SLIDE_ID" val="diagram20231967_3"/>
  <p:tag name="KSO_WM_TEMPLATE_SUBCATEGORY" val="0"/>
  <p:tag name="KSO_WM_TEMPLATE_MASTER_TYPE" val="0"/>
  <p:tag name="KSO_WM_TEMPLATE_COLOR_TYPE" val="0"/>
  <p:tag name="KSO_WM_SLIDE_TYPE" val="text"/>
  <p:tag name="KSO_WM_SLIDE_SUBTYPE" val="diag"/>
  <p:tag name="KSO_WM_SLIDE_ITEM_CNT" val="4"/>
  <p:tag name="KSO_WM_SLIDE_INDEX" val="3"/>
  <p:tag name="KSO_WM_SLIDE_SIZE" val="780.211*359.439"/>
  <p:tag name="KSO_WM_SLIDE_POSITION" val="97.7358*125.161"/>
  <p:tag name="KSO_WM_DIAGRAM_GROUP_CODE" val="l1-1"/>
  <p:tag name="KSO_WM_SLIDE_DIAGTYPE" val="l"/>
  <p:tag name="KSO_WM_TAG_VERSION" val="3.0"/>
  <p:tag name="KSO_WM_BEAUTIFY_FLAG" val="#wm#"/>
  <p:tag name="KSO_WM_TEMPLATE_CATEGORY" val="diagram"/>
  <p:tag name="KSO_WM_TEMPLATE_INDEX" val="20231967"/>
  <p:tag name="KSO_WM_SLIDE_LAYOUT" val="a_l"/>
  <p:tag name="KSO_WM_SLIDE_LAYOUT_CNT" val="1_1"/>
  <p:tag name="CP_OUTLINE_TITLE" val="算力基础设施重构"/>
  <p:tag name="CP_OUTLINE_TYPE" val="pt_text"/>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custom"/>
  <p:tag name="KSO_WM_UNIT_LAYERLEVEL" val="1"/>
  <p:tag name="KSO_WM_TAG_VERSION" val="3.0"/>
  <p:tag name="KSO_WM_BEAUTIFY_FLAG" val="#wm#"/>
  <p:tag name="KSO_WM_UNIT_ISCONTENTSTITLE" val="0"/>
  <p:tag name="KSO_WM_UNIT_ISNUMDGMTITLE" val="0"/>
  <p:tag name="KSO_WM_UNIT_NOCLEAR" val="0"/>
  <p:tag name="KSO_WM_UNIT_VALUE" val="30"/>
  <p:tag name="KSO_WM_DIAGRAM_GROUP_CODE" val="l1-1"/>
  <p:tag name="KSO_WM_UNIT_TYPE" val="a"/>
  <p:tag name="KSO_WM_UNIT_INDEX" val="1"/>
  <p:tag name="KSO_WM_TEMPLATE_INDEX" val="20233212"/>
  <p:tag name="KSO_WM_UNIT_ID" val="custom20233212_1*a*1"/>
  <p:tag name="KSO_WM_UNIT_TEXT_FILL_FORE_SCHEMECOLOR_INDEX" val="13"/>
  <p:tag name="KSO_WM_UNIT_TEXT_FILL_TYPE" val="1"/>
  <p:tag name="KSO_WM_UNIT_USESOURCEFORMAT_APPLY" val="1"/>
  <p:tag name="KSO_WM_UNIT_TEXT_TYPE" val="1"/>
  <p:tag name="KSO_WM_UNIT_PRESET_TEXT" val="单击此处添加标题"/>
</p:tagLst>
</file>

<file path=ppt/tags/tag25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ID" val="custom20233212_1*i*1"/>
  <p:tag name="KSO_WM_TEMPLATE_CATEGORY" val="custom"/>
  <p:tag name="KSO_WM_TEMPLATE_INDEX" val="20233212"/>
  <p:tag name="KSO_WM_UNIT_LAYERLEVEL" val="1"/>
  <p:tag name="KSO_WM_TAG_VERSION" val="3.0"/>
  <p:tag name="KSO_WM_UNIT_TYPE" val="i"/>
  <p:tag name="KSO_WM_UNIT_INDEX" val="1"/>
  <p:tag name="KSO_WM_UNIT_FILL_FORE_SCHEMECOLOR_INDEX" val="5"/>
  <p:tag name="KSO_WM_UNIT_FILL_TYPE" val="1"/>
  <p:tag name="KSO_WM_UNIT_TEXT_FILL_FORE_SCHEMECOLOR_INDEX" val="5"/>
  <p:tag name="KSO_WM_UNIT_TEXT_FILL_TYPE" val="1"/>
  <p:tag name="KSO_WM_UNIT_USESOURCEFORMAT_APPLY" val="1"/>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3212_1*i*2"/>
  <p:tag name="KSO_WM_TEMPLATE_CATEGORY" val="custom"/>
  <p:tag name="KSO_WM_TEMPLATE_INDEX" val="20233212"/>
  <p:tag name="KSO_WM_UNIT_LAYERLEVEL" val="1"/>
  <p:tag name="KSO_WM_TAG_VERSION" val="3.0"/>
  <p:tag name="KSO_WM_BEAUTIFY_FLAG" val="#wm#"/>
  <p:tag name="KSO_WM_UNIT_TYPE" val="i"/>
  <p:tag name="KSO_WM_UNIT_INDEX" val="2"/>
  <p:tag name="KSO_WM_UNIT_FILL_FORE_SCHEMECOLOR_INDEX" val="5"/>
  <p:tag name="KSO_WM_UNIT_FILL_TYPE" val="1"/>
  <p:tag name="KSO_WM_UNIT_TEXT_FILL_FORE_SCHEMECOLOR_INDEX" val="13"/>
  <p:tag name="KSO_WM_UNIT_TEXT_FILL_TYPE" val="1"/>
  <p:tag name="KSO_WM_UNIT_USESOURCEFORMAT_APPLY" val="1"/>
</p:tagLst>
</file>

<file path=ppt/tags/tag25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ID" val="custom20233212_1*i*3"/>
  <p:tag name="KSO_WM_TEMPLATE_CATEGORY" val="custom"/>
  <p:tag name="KSO_WM_TEMPLATE_INDEX" val="20233212"/>
  <p:tag name="KSO_WM_UNIT_LAYERLEVEL" val="1"/>
  <p:tag name="KSO_WM_TAG_VERSION" val="3.0"/>
  <p:tag name="KSO_WM_UNIT_TYPE" val="i"/>
  <p:tag name="KSO_WM_UNIT_INDEX" val="3"/>
  <p:tag name="KSO_WM_UNIT_FILL_FORE_SCHEMECOLOR_INDEX" val="5"/>
  <p:tag name="KSO_WM_UNIT_FILL_TYPE" val="1"/>
  <p:tag name="KSO_WM_UNIT_TEXT_FILL_FORE_SCHEMECOLOR_INDEX" val="5"/>
  <p:tag name="KSO_WM_UNIT_TEXT_FILL_TYPE" val="1"/>
  <p:tag name="KSO_WM_UNIT_USESOURCEFORMAT_APPLY" val="1"/>
</p:tagLst>
</file>

<file path=ppt/tags/tag25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ID" val="custom20233212_1*i*4"/>
  <p:tag name="KSO_WM_TEMPLATE_CATEGORY" val="custom"/>
  <p:tag name="KSO_WM_TEMPLATE_INDEX" val="20233212"/>
  <p:tag name="KSO_WM_UNIT_LAYERLEVEL" val="1"/>
  <p:tag name="KSO_WM_TAG_VERSION" val="3.0"/>
  <p:tag name="KSO_WM_UNIT_TYPE" val="i"/>
  <p:tag name="KSO_WM_UNIT_INDEX" val="4"/>
  <p:tag name="KSO_WM_UNIT_FILL_FORE_SCHEMECOLOR_INDEX" val="5"/>
  <p:tag name="KSO_WM_UNIT_FILL_TYPE" val="1"/>
  <p:tag name="KSO_WM_UNIT_TEXT_FILL_FORE_SCHEMECOLOR_INDEX" val="5"/>
  <p:tag name="KSO_WM_UNIT_TEXT_FILL_TYPE" val="1"/>
  <p:tag name="KSO_WM_UNIT_USESOURCEFORMAT_APPLY" val="1"/>
</p:tagLst>
</file>

<file path=ppt/tags/tag25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ID" val="custom20233212_1*i*5"/>
  <p:tag name="KSO_WM_TEMPLATE_CATEGORY" val="custom"/>
  <p:tag name="KSO_WM_TEMPLATE_INDEX" val="20233212"/>
  <p:tag name="KSO_WM_UNIT_LAYERLEVEL" val="1"/>
  <p:tag name="KSO_WM_TAG_VERSION" val="3.0"/>
  <p:tag name="KSO_WM_UNIT_TYPE" val="i"/>
  <p:tag name="KSO_WM_UNIT_INDEX" val="5"/>
  <p:tag name="KSO_WM_UNIT_FILL_FORE_SCHEMECOLOR_INDEX" val="5"/>
  <p:tag name="KSO_WM_UNIT_FILL_TYPE" val="1"/>
  <p:tag name="KSO_WM_UNIT_TEXT_FILL_FORE_SCHEMECOLOR_INDEX" val="13"/>
  <p:tag name="KSO_WM_UNIT_TEXT_FILL_TYPE" val="1"/>
  <p:tag name="KSO_WM_UNIT_USESOURCEFORMAT_APPLY" val="1"/>
</p:tagLst>
</file>

<file path=ppt/tags/tag25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ID" val="custom20233212_1*i*6"/>
  <p:tag name="KSO_WM_TEMPLATE_CATEGORY" val="custom"/>
  <p:tag name="KSO_WM_TEMPLATE_INDEX" val="20233212"/>
  <p:tag name="KSO_WM_UNIT_LAYERLEVEL" val="1"/>
  <p:tag name="KSO_WM_TAG_VERSION" val="3.0"/>
  <p:tag name="KSO_WM_UNIT_TYPE" val="i"/>
  <p:tag name="KSO_WM_UNIT_INDEX" val="6"/>
  <p:tag name="KSO_WM_UNIT_FILL_FORE_SCHEMECOLOR_INDEX" val="5"/>
  <p:tag name="KSO_WM_UNIT_FILL_TYPE" val="1"/>
  <p:tag name="KSO_WM_UNIT_TEXT_FILL_FORE_SCHEMECOLOR_INDEX" val="13"/>
  <p:tag name="KSO_WM_UNIT_TEXT_FILL_TYPE" val="1"/>
  <p:tag name="KSO_WM_UNIT_USESOURCEFORMAT_APPLY" val="1"/>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3212_1*i*7"/>
  <p:tag name="KSO_WM_TEMPLATE_CATEGORY" val="custom"/>
  <p:tag name="KSO_WM_TEMPLATE_INDEX" val="20233212"/>
  <p:tag name="KSO_WM_UNIT_LAYERLEVEL" val="1"/>
  <p:tag name="KSO_WM_TAG_VERSION" val="3.0"/>
  <p:tag name="KSO_WM_BEAUTIFY_FLAG" val="#wm#"/>
  <p:tag name="KSO_WM_UNIT_TYPE" val="i"/>
  <p:tag name="KSO_WM_UNIT_INDEX" val="7"/>
  <p:tag name="KSO_WM_UNIT_FILL_FORE_SCHEMECOLOR_INDEX" val="5"/>
  <p:tag name="KSO_WM_UNIT_FILL_TYPE" val="1"/>
  <p:tag name="KSO_WM_UNIT_TEXT_FILL_FORE_SCHEMECOLOR_INDEX" val="13"/>
  <p:tag name="KSO_WM_UNIT_TEXT_FILL_TYPE" val="1"/>
  <p:tag name="KSO_WM_UNIT_USESOURCEFORMAT_APPLY" val="1"/>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3212_1*i*8"/>
  <p:tag name="KSO_WM_TEMPLATE_CATEGORY" val="custom"/>
  <p:tag name="KSO_WM_TEMPLATE_INDEX" val="20233212"/>
  <p:tag name="KSO_WM_UNIT_LAYERLEVEL" val="1"/>
  <p:tag name="KSO_WM_TAG_VERSION" val="3.0"/>
  <p:tag name="KSO_WM_BEAUTIFY_FLAG" val="#wm#"/>
  <p:tag name="KSO_WM_UNIT_TYPE" val="i"/>
  <p:tag name="KSO_WM_UNIT_INDEX" val="8"/>
  <p:tag name="KSO_WM_UNIT_FILL_FORE_SCHEMECOLOR_INDEX" val="5"/>
  <p:tag name="KSO_WM_UNIT_FILL_TYPE" val="1"/>
  <p:tag name="KSO_WM_UNIT_TEXT_FILL_FORE_SCHEMECOLOR_INDEX" val="13"/>
  <p:tag name="KSO_WM_UNIT_TEXT_FILL_TYPE" val="1"/>
  <p:tag name="KSO_WM_UNIT_USESOURCEFORMAT_APPLY" val="1"/>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3212_1*i*9"/>
  <p:tag name="KSO_WM_TEMPLATE_CATEGORY" val="custom"/>
  <p:tag name="KSO_WM_TEMPLATE_INDEX" val="20233212"/>
  <p:tag name="KSO_WM_UNIT_LAYERLEVEL" val="1"/>
  <p:tag name="KSO_WM_TAG_VERSION" val="3.0"/>
  <p:tag name="KSO_WM_BEAUTIFY_FLAG" val="#wm#"/>
  <p:tag name="KSO_WM_UNIT_TYPE" val="i"/>
  <p:tag name="KSO_WM_UNIT_INDEX" val="9"/>
  <p:tag name="KSO_WM_UNIT_FILL_FORE_SCHEMECOLOR_INDEX" val="5"/>
  <p:tag name="KSO_WM_UNIT_FILL_TYPE" val="1"/>
  <p:tag name="KSO_WM_UNIT_TEXT_FILL_FORE_SCHEMECOLOR_INDEX" val="13"/>
  <p:tag name="KSO_WM_UNIT_TEXT_FILL_TYPE" val="1"/>
  <p:tag name="KSO_WM_UNIT_USESOURCEFORMAT_APPLY" val="1"/>
</p:tagLst>
</file>

<file path=ppt/tags/tag26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0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658_2*l_h_f*1_1_1"/>
  <p:tag name="KSO_WM_TEMPLATE_CATEGORY" val="diagram"/>
  <p:tag name="KSO_WM_TEMPLATE_INDEX" val="20233658"/>
  <p:tag name="KSO_WM_UNIT_LAYERLEVEL" val="1_1_1"/>
  <p:tag name="KSO_WM_TAG_VERSION" val="3.0"/>
  <p:tag name="KSO_WM_DIAGRAM_MAX_ITEMCNT" val="3"/>
  <p:tag name="KSO_WM_DIAGRAM_MIN_ITEMCNT" val="1"/>
  <p:tag name="KSO_WM_DIAGRAM_VIRTUALLY_FRAME" val="{&quot;height&quot;:356.11614990234375,&quot;width&quot;:413.89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添加文本，简明地阐述您观点根据需要可酌情增减文字，以便观者准确理解您传达的思想。单击添加文本具体内容，简明扼要地阐述您观点根据需要酌情增减文字，以便观者准确理解。&#10;&#10;"/>
  <p:tag name="KSO_WM_UNIT_TEXT_FILL_FORE_SCHEMECOLOR_INDEX" val="1"/>
  <p:tag name="KSO_WM_UNIT_TEXT_FILL_TYPE" val="1"/>
</p:tagLst>
</file>

<file path=ppt/tags/tag263.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658_2*l_h_a*1_1_1"/>
  <p:tag name="KSO_WM_TEMPLATE_CATEGORY" val="diagram"/>
  <p:tag name="KSO_WM_TEMPLATE_INDEX" val="20233658"/>
  <p:tag name="KSO_WM_UNIT_LAYERLEVEL" val="1_1_1"/>
  <p:tag name="KSO_WM_TAG_VERSION" val="3.0"/>
  <p:tag name="KSO_WM_DIAGRAM_MAX_ITEMCNT" val="3"/>
  <p:tag name="KSO_WM_DIAGRAM_MIN_ITEMCNT" val="1"/>
  <p:tag name="KSO_WM_DIAGRAM_VIRTUALLY_FRAME" val="{&quot;height&quot;:356.11614990234375,&quot;width&quot;:413.89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9"/>
  <p:tag name="KSO_WM_UNIT_TEXT_TYPE" val="1"/>
  <p:tag name="KSO_WM_BEAUTIFY_FLAG" val="#wm#"/>
  <p:tag name="KSO_WM_UNIT_PRESET_TEXT" val="此处添加项标题"/>
  <p:tag name="KSO_WM_UNIT_TEXT_FILL_FORE_SCHEMECOLOR_INDEX" val="1"/>
  <p:tag name="KSO_WM_UNIT_TEXT_FILL_TYPE" val="1"/>
</p:tagLst>
</file>

<file path=ppt/tags/tag26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3658_2*l_h_i*1_1_1"/>
  <p:tag name="KSO_WM_TEMPLATE_CATEGORY" val="diagram"/>
  <p:tag name="KSO_WM_TEMPLATE_INDEX" val="20233658"/>
  <p:tag name="KSO_WM_UNIT_LAYERLEVEL" val="1_1_1"/>
  <p:tag name="KSO_WM_TAG_VERSION" val="3.0"/>
  <p:tag name="KSO_WM_DIAGRAM_MAX_ITEMCNT" val="3"/>
  <p:tag name="KSO_WM_DIAGRAM_MIN_ITEMCNT" val="1"/>
  <p:tag name="KSO_WM_DIAGRAM_VIRTUALLY_FRAME" val="{&quot;height&quot;:356.11614990234375,&quot;width&quot;:413.899993896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65.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658_2*l_h_f*1_2_1"/>
  <p:tag name="KSO_WM_TEMPLATE_CATEGORY" val="diagram"/>
  <p:tag name="KSO_WM_TEMPLATE_INDEX" val="20233658"/>
  <p:tag name="KSO_WM_UNIT_LAYERLEVEL" val="1_1_1"/>
  <p:tag name="KSO_WM_TAG_VERSION" val="3.0"/>
  <p:tag name="KSO_WM_UNIT_VALUE" val="100"/>
  <p:tag name="KSO_WM_DIAGRAM_MAX_ITEMCNT" val="3"/>
  <p:tag name="KSO_WM_DIAGRAM_MIN_ITEMCNT" val="1"/>
  <p:tag name="KSO_WM_DIAGRAM_VIRTUALLY_FRAME" val="{&quot;height&quot;:356.11614990234375,&quot;width&quot;:413.89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添加文本具体内容，简明地阐述您观点根据需要可酌情增减文字，以便观者准确理解您传达的思想。单击添加文本具体内容，简明扼要地阐述您观点根据需要酌情增减文字，以便观者准确理解。"/>
  <p:tag name="KSO_WM_UNIT_TEXT_FILL_FORE_SCHEMECOLOR_INDEX" val="1"/>
  <p:tag name="KSO_WM_UNIT_TEXT_FILL_TYPE" val="1"/>
</p:tagLst>
</file>

<file path=ppt/tags/tag266.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658_2*l_h_a*1_2_1"/>
  <p:tag name="KSO_WM_TEMPLATE_CATEGORY" val="diagram"/>
  <p:tag name="KSO_WM_TEMPLATE_INDEX" val="20233658"/>
  <p:tag name="KSO_WM_UNIT_LAYERLEVEL" val="1_1_1"/>
  <p:tag name="KSO_WM_TAG_VERSION" val="3.0"/>
  <p:tag name="KSO_WM_DIAGRAM_MAX_ITEMCNT" val="3"/>
  <p:tag name="KSO_WM_DIAGRAM_MIN_ITEMCNT" val="1"/>
  <p:tag name="KSO_WM_DIAGRAM_VIRTUALLY_FRAME" val="{&quot;height&quot;:356.11614990234375,&quot;width&quot;:413.89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9"/>
  <p:tag name="KSO_WM_UNIT_TEXT_TYPE" val="1"/>
  <p:tag name="KSO_WM_BEAUTIFY_FLAG" val="#wm#"/>
  <p:tag name="KSO_WM_UNIT_PRESET_TEXT" val="此处添加项标题"/>
  <p:tag name="KSO_WM_UNIT_TEXT_FILL_FORE_SCHEMECOLOR_INDEX" val="1"/>
  <p:tag name="KSO_WM_UNIT_TEXT_FILL_TYPE" val="1"/>
</p:tagLst>
</file>

<file path=ppt/tags/tag26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3658_2*l_h_i*1_2_1"/>
  <p:tag name="KSO_WM_TEMPLATE_CATEGORY" val="diagram"/>
  <p:tag name="KSO_WM_TEMPLATE_INDEX" val="20233658"/>
  <p:tag name="KSO_WM_UNIT_LAYERLEVEL" val="1_1_1"/>
  <p:tag name="KSO_WM_TAG_VERSION" val="3.0"/>
  <p:tag name="KSO_WM_DIAGRAM_MAX_ITEMCNT" val="3"/>
  <p:tag name="KSO_WM_DIAGRAM_MIN_ITEMCNT" val="1"/>
  <p:tag name="KSO_WM_DIAGRAM_VIRTUALLY_FRAME" val="{&quot;height&quot;:356.11614990234375,&quot;width&quot;:413.899993896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68.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381.641*348.251"/>
  <p:tag name="KSO_WM_SLIDE_POSITION" val="495.635*131.733"/>
  <p:tag name="KSO_WM_SLIDE_LAYOUT" val="a_l"/>
  <p:tag name="KSO_WM_SLIDE_LAYOUT_CNT" val="1_1"/>
  <p:tag name="KSO_WM_SPECIAL_SOURCE" val="bdnull"/>
  <p:tag name="KSO_WM_DIAGRAM_GROUP_CODE" val="l1-1"/>
  <p:tag name="KSO_WM_SLIDE_DIAGTYPE" val="l"/>
  <p:tag name="KSO_WM_TEMPLATE_INDEX" val="20233212"/>
  <p:tag name="KSO_WM_TEMPLATE_SUBCATEGORY" val="0"/>
  <p:tag name="KSO_WM_SLIDE_INDEX" val="1"/>
  <p:tag name="KSO_WM_TAG_VERSION" val="3.0"/>
  <p:tag name="KSO_WM_SLIDE_ID" val="custom20233212_1"/>
  <p:tag name="KSO_WM_SLIDE_ITEM_CNT" val="3"/>
  <p:tag name="CP_OUTLINE_TITLE" val="数据要素价值释放"/>
  <p:tag name="CP_OUTLINE_TYPE" val="pt_text"/>
</p:tagLst>
</file>

<file path=ppt/tags/tag269.xml><?xml version="1.0" encoding="utf-8"?>
<p:tagLst xmlns:p="http://schemas.openxmlformats.org/presentationml/2006/main">
  <p:tag name="KSO_WM_UNIT_ISCONTENTSTITLE" val="0"/>
  <p:tag name="KSO_WM_UNIT_ISNUMDGMTITLE" val="0"/>
  <p:tag name="KSO_WM_UNIT_NOCLEAR" val="0"/>
  <p:tag name="KSO_WM_UNIT_VALUE" val="17"/>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2406"/>
  <p:tag name="KSO_WM_UNIT_ID" val="custom20232406_1*a*1"/>
  <p:tag name="KSO_WM_UNIT_TEXT_TYPE" val="1"/>
  <p:tag name="KSO_WM_UNIT_PRESET_TEXT" val="单击此处添加标题"/>
</p:tagLst>
</file>

<file path=ppt/tags/tag270.xml><?xml version="1.0" encoding="utf-8"?>
<p:tagLst xmlns:p="http://schemas.openxmlformats.org/presentationml/2006/main">
  <p:tag name="KSO_WM_UNIT_VALUE" val="1677*1648"/>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2406_1*d*1"/>
  <p:tag name="KSO_WM_TEMPLATE_CATEGORY" val="custom"/>
  <p:tag name="KSO_WM_TEMPLATE_INDEX" val="20232406"/>
  <p:tag name="KSO_WM_UNIT_LAYERLEVEL" val="1"/>
  <p:tag name="KSO_WM_TAG_VERSION" val="3.0"/>
  <p:tag name="KSO_WM_BEAUTIFY_FLAG" val="#wm#"/>
  <p:tag name="KSO_WM_UNIT_PICTURE_SUBTYPE" val="b"/>
  <p:tag name="MH_PIC_SOURCE_TYPE" val="generate_slide_ai*VCG41N450425837*gallery_gallery_ai_v2.0.9_ONLINE*37ff37d0c64bb297fa7aaff6b4b4eac2-slide-14"/>
</p:tagLst>
</file>

<file path=ppt/tags/tag271.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0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658_2*l_h_f*1_1_1"/>
  <p:tag name="KSO_WM_TEMPLATE_CATEGORY" val="diagram"/>
  <p:tag name="KSO_WM_TEMPLATE_INDEX" val="20233658"/>
  <p:tag name="KSO_WM_UNIT_LAYERLEVEL" val="1_1_1"/>
  <p:tag name="KSO_WM_TAG_VERSION" val="3.0"/>
  <p:tag name="KSO_WM_DIAGRAM_MAX_ITEMCNT" val="3"/>
  <p:tag name="KSO_WM_DIAGRAM_MIN_ITEMCNT" val="1"/>
  <p:tag name="KSO_WM_DIAGRAM_VIRTUALLY_FRAME" val="{&quot;height&quot;:356.11614990234375,&quot;width&quot;:413.89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添加文本，简明地阐述您观点根据需要可酌情增减文字，以便观者准确理解您传达的思想。单击添加文本具体内容，简明扼要地阐述您观点根据需要酌情增减文字，以便观者准确理解。&#10;&#10;"/>
  <p:tag name="KSO_WM_UNIT_TEXT_FILL_FORE_SCHEMECOLOR_INDEX" val="1"/>
  <p:tag name="KSO_WM_UNIT_TEXT_FILL_TYPE" val="1"/>
</p:tagLst>
</file>

<file path=ppt/tags/tag272.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658_2*l_h_a*1_1_1"/>
  <p:tag name="KSO_WM_TEMPLATE_CATEGORY" val="diagram"/>
  <p:tag name="KSO_WM_TEMPLATE_INDEX" val="20233658"/>
  <p:tag name="KSO_WM_UNIT_LAYERLEVEL" val="1_1_1"/>
  <p:tag name="KSO_WM_TAG_VERSION" val="3.0"/>
  <p:tag name="KSO_WM_DIAGRAM_MAX_ITEMCNT" val="3"/>
  <p:tag name="KSO_WM_DIAGRAM_MIN_ITEMCNT" val="1"/>
  <p:tag name="KSO_WM_DIAGRAM_VIRTUALLY_FRAME" val="{&quot;height&quot;:356.11614990234375,&quot;width&quot;:413.89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9"/>
  <p:tag name="KSO_WM_UNIT_TEXT_TYPE" val="1"/>
  <p:tag name="KSO_WM_BEAUTIFY_FLAG" val="#wm#"/>
  <p:tag name="KSO_WM_UNIT_PRESET_TEXT" val="此处添加项标题"/>
  <p:tag name="KSO_WM_UNIT_TEXT_FILL_FORE_SCHEMECOLOR_INDEX" val="1"/>
  <p:tag name="KSO_WM_UNIT_TEXT_FILL_TYPE" val="1"/>
</p:tagLst>
</file>

<file path=ppt/tags/tag27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3658_2*l_h_i*1_1_1"/>
  <p:tag name="KSO_WM_TEMPLATE_CATEGORY" val="diagram"/>
  <p:tag name="KSO_WM_TEMPLATE_INDEX" val="20233658"/>
  <p:tag name="KSO_WM_UNIT_LAYERLEVEL" val="1_1_1"/>
  <p:tag name="KSO_WM_TAG_VERSION" val="3.0"/>
  <p:tag name="KSO_WM_DIAGRAM_MAX_ITEMCNT" val="3"/>
  <p:tag name="KSO_WM_DIAGRAM_MIN_ITEMCNT" val="1"/>
  <p:tag name="KSO_WM_DIAGRAM_VIRTUALLY_FRAME" val="{&quot;height&quot;:356.11614990234375,&quot;width&quot;:413.899993896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74.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658_2*l_h_f*1_2_1"/>
  <p:tag name="KSO_WM_TEMPLATE_CATEGORY" val="diagram"/>
  <p:tag name="KSO_WM_TEMPLATE_INDEX" val="20233658"/>
  <p:tag name="KSO_WM_UNIT_LAYERLEVEL" val="1_1_1"/>
  <p:tag name="KSO_WM_TAG_VERSION" val="3.0"/>
  <p:tag name="KSO_WM_UNIT_VALUE" val="100"/>
  <p:tag name="KSO_WM_DIAGRAM_MAX_ITEMCNT" val="3"/>
  <p:tag name="KSO_WM_DIAGRAM_MIN_ITEMCNT" val="1"/>
  <p:tag name="KSO_WM_DIAGRAM_VIRTUALLY_FRAME" val="{&quot;height&quot;:356.11614990234375,&quot;width&quot;:413.89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添加文本具体内容，简明地阐述您观点根据需要可酌情增减文字，以便观者准确理解您传达的思想。单击添加文本具体内容，简明扼要地阐述您观点根据需要酌情增减文字，以便观者准确理解。"/>
  <p:tag name="KSO_WM_UNIT_TEXT_FILL_FORE_SCHEMECOLOR_INDEX" val="1"/>
  <p:tag name="KSO_WM_UNIT_TEXT_FILL_TYPE" val="1"/>
</p:tagLst>
</file>

<file path=ppt/tags/tag275.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658_2*l_h_a*1_2_1"/>
  <p:tag name="KSO_WM_TEMPLATE_CATEGORY" val="diagram"/>
  <p:tag name="KSO_WM_TEMPLATE_INDEX" val="20233658"/>
  <p:tag name="KSO_WM_UNIT_LAYERLEVEL" val="1_1_1"/>
  <p:tag name="KSO_WM_TAG_VERSION" val="3.0"/>
  <p:tag name="KSO_WM_DIAGRAM_MAX_ITEMCNT" val="3"/>
  <p:tag name="KSO_WM_DIAGRAM_MIN_ITEMCNT" val="1"/>
  <p:tag name="KSO_WM_DIAGRAM_VIRTUALLY_FRAME" val="{&quot;height&quot;:356.11614990234375,&quot;width&quot;:413.89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9"/>
  <p:tag name="KSO_WM_UNIT_TEXT_TYPE" val="1"/>
  <p:tag name="KSO_WM_BEAUTIFY_FLAG" val="#wm#"/>
  <p:tag name="KSO_WM_UNIT_PRESET_TEXT" val="此处添加项标题"/>
  <p:tag name="KSO_WM_UNIT_TEXT_FILL_FORE_SCHEMECOLOR_INDEX" val="1"/>
  <p:tag name="KSO_WM_UNIT_TEXT_FILL_TYPE" val="1"/>
</p:tagLst>
</file>

<file path=ppt/tags/tag27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3658_2*l_h_i*1_2_1"/>
  <p:tag name="KSO_WM_TEMPLATE_CATEGORY" val="diagram"/>
  <p:tag name="KSO_WM_TEMPLATE_INDEX" val="20233658"/>
  <p:tag name="KSO_WM_UNIT_LAYERLEVEL" val="1_1_1"/>
  <p:tag name="KSO_WM_TAG_VERSION" val="3.0"/>
  <p:tag name="KSO_WM_DIAGRAM_MAX_ITEMCNT" val="3"/>
  <p:tag name="KSO_WM_DIAGRAM_MIN_ITEMCNT" val="1"/>
  <p:tag name="KSO_WM_DIAGRAM_VIRTUALLY_FRAME" val="{&quot;height&quot;:356.11614990234375,&quot;width&quot;:413.899993896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77.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386.007*317.25"/>
  <p:tag name="KSO_WM_SLIDE_POSITION" val="55.2187*157.002"/>
  <p:tag name="KSO_WM_SLIDE_LAYOUT" val="a_d_l"/>
  <p:tag name="KSO_WM_SLIDE_LAYOUT_CNT" val="1_1_1"/>
  <p:tag name="KSO_WM_SPECIAL_SOURCE" val="bdnull"/>
  <p:tag name="KSO_WM_DIAGRAM_GROUP_CODE" val="l1-1"/>
  <p:tag name="KSO_WM_SLIDE_DIAGTYPE" val="l"/>
  <p:tag name="KSO_WM_TEMPLATE_INDEX" val="20232406"/>
  <p:tag name="KSO_WM_TEMPLATE_SUBCATEGORY" val="0"/>
  <p:tag name="KSO_WM_SLIDE_INDEX" val="1"/>
  <p:tag name="KSO_WM_TAG_VERSION" val="3.0"/>
  <p:tag name="KSO_WM_SLIDE_ID" val="custom20232406_1"/>
  <p:tag name="KSO_WM_SLIDE_ITEM_CNT" val="2"/>
  <p:tag name="CP_OUTLINE_TITLE" val="开发者生态培育"/>
  <p:tag name="CP_OUTLINE_TYPE" val="pt_text"/>
</p:tagLst>
</file>

<file path=ppt/tags/tag278.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314_7*e*1"/>
  <p:tag name="KSO_WM_TEMPLATE_CATEGORY" val="custom"/>
  <p:tag name="KSO_WM_TEMPLATE_INDEX" val="20230314"/>
  <p:tag name="KSO_WM_UNIT_LAYERLEVEL" val="1"/>
  <p:tag name="KSO_WM_TAG_VERSION" val="3.0"/>
  <p:tag name="KSO_WM_BEAUTIFY_FLAG" val="#wm#"/>
</p:tagLst>
</file>

<file path=ppt/tags/tag27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7*a*1"/>
  <p:tag name="KSO_WM_TEMPLATE_CATEGORY" val="custom"/>
  <p:tag name="KSO_WM_TEMPLATE_INDEX" val="20230314"/>
  <p:tag name="KSO_WM_UNIT_LAYERLEVEL" val="1"/>
  <p:tag name="KSO_WM_TAG_VERSION" val="3.0"/>
  <p:tag name="KSO_WM_BEAUTIFY_FLAG" val="#wm#"/>
  <p:tag name="KSO_WM_UNIT_CONTENT_GROUP_TYPE" val="contentchip"/>
  <p:tag name="KSO_WM_UNIT_PRESET_TEXT" val="添加章节标题"/>
  <p:tag name="KSO_WM_UNIT_TEXT_TYPE" val="1"/>
</p:tagLst>
</file>

<file path=ppt/tags/tag280.xml><?xml version="1.0" encoding="utf-8"?>
<p:tagLst xmlns:p="http://schemas.openxmlformats.org/presentationml/2006/main">
  <p:tag name="KSO_WM_SLIDE_ID" val="custom2023031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314"/>
  <p:tag name="KSO_WM_SLIDE_TYPE" val="sectionTitle"/>
  <p:tag name="KSO_WM_SLIDE_SUBTYPE" val="pureTxt"/>
  <p:tag name="KSO_WM_SLIDE_LAYOUT" val="a_e"/>
  <p:tag name="KSO_WM_SLIDE_LAYOUT_CNT" val="1_1"/>
  <p:tag name="KSO_WM_SPECIAL_SOURCE" val="bdnull"/>
  <p:tag name="KSO_WM_SLIDE_CONTENT_AREA" val="{&quot;left&quot;:&quot;504.35&quot;,&quot;top&quot;:&quot;139.2&quot;,&quot;width&quot;:&quot;435.7&quot;,&quot;height&quot;:&quot;210&quot;}"/>
  <p:tag name="CP_OUTLINE_TITLE" val="国际竞争格局演变"/>
  <p:tag name="CP_OUTLINE_TYPE" val="pt_section_title"/>
</p:tagLst>
</file>

<file path=ppt/tags/tag28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205_3*a*1"/>
  <p:tag name="KSO_WM_TEMPLATE_CATEGORY" val="diagram"/>
  <p:tag name="KSO_WM_TEMPLATE_INDEX" val="20233205"/>
  <p:tag name="KSO_WM_UNIT_LAYERLEVEL" val="1"/>
  <p:tag name="KSO_WM_TAG_VERSION" val="3.0"/>
  <p:tag name="KSO_WM_BEAUTIFY_FLAG" val="#wm#"/>
  <p:tag name="KSO_WM_DIAGRAM_GROUP_CODE" val="l1-1"/>
  <p:tag name="KSO_WM_UNIT_PRESET_TEXT" val="单击此处添加标题"/>
  <p:tag name="KSO_WM_UNIT_TEXT_TYPE" val="1"/>
</p:tagLst>
</file>

<file path=ppt/tags/tag282.xml><?xml version="1.0" encoding="utf-8"?>
<p:tagLst xmlns:p="http://schemas.openxmlformats.org/presentationml/2006/main">
  <p:tag name="KSO_WM_DIAGRAM_VIRTUALLY_FRAME" val="{&quot;height&quot;:376.54998779296875,&quot;width&quot;:846.5499877929688}"/>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ID" val="diagram20233205_1*l_h_i*1_2_4"/>
  <p:tag name="KSO_WM_TEMPLATE_CATEGORY" val="diagram"/>
  <p:tag name="KSO_WM_TEMPLATE_INDEX" val="20233205"/>
  <p:tag name="KSO_WM_UNIT_LAYERLEVEL" val="1_1_1"/>
  <p:tag name="KSO_WM_TAG_VERSION" val="3.0"/>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Lst>
</file>

<file path=ppt/tags/tag283.xml><?xml version="1.0" encoding="utf-8"?>
<p:tagLst xmlns:p="http://schemas.openxmlformats.org/presentationml/2006/main">
  <p:tag name="KSO_WM_DIAGRAM_VIRTUALLY_FRAME" val="{&quot;height&quot;:376.54998779296875,&quot;width&quot;:846.5499877929688}"/>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205_1*l_h_f*1_2_1"/>
  <p:tag name="KSO_WM_TEMPLATE_CATEGORY" val="diagram"/>
  <p:tag name="KSO_WM_TEMPLATE_INDEX" val="20233205"/>
  <p:tag name="KSO_WM_UNIT_LAYERLEVEL" val="1_1_1"/>
  <p:tag name="KSO_WM_TAG_VERSION" val="3.0"/>
  <p:tag name="KSO_WM_UNIT_VALUE" val="136"/>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 name="KSO_WM_UNIT_TEXT_FILL_FORE_SCHEMECOLOR_INDEX" val="1"/>
  <p:tag name="KSO_WM_UNIT_TEXT_FILL_TYPE" val="1"/>
</p:tagLst>
</file>

<file path=ppt/tags/tag28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205_1*l_h_a*1_2_1"/>
  <p:tag name="KSO_WM_TEMPLATE_CATEGORY" val="diagram"/>
  <p:tag name="KSO_WM_TEMPLATE_INDEX" val="20233205"/>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6.54998779296875,&quot;width&quot;:846.54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285.xml><?xml version="1.0" encoding="utf-8"?>
<p:tagLst xmlns:p="http://schemas.openxmlformats.org/presentationml/2006/main">
  <p:tag name="KSO_WM_DIAGRAM_VIRTUALLY_FRAME" val="{&quot;height&quot;:376.54998779296875,&quot;width&quot;:846.5499877929688}"/>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3205_1*l_h_i*1_2_3"/>
  <p:tag name="KSO_WM_TEMPLATE_CATEGORY" val="diagram"/>
  <p:tag name="KSO_WM_TEMPLATE_INDEX" val="20233205"/>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86.xml><?xml version="1.0" encoding="utf-8"?>
<p:tagLst xmlns:p="http://schemas.openxmlformats.org/presentationml/2006/main">
  <p:tag name="KSO_WM_DIAGRAM_VIRTUALLY_FRAME" val="{&quot;height&quot;:376.54998779296875,&quot;width&quot;:846.5499877929688}"/>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3205_1*l_h_i*1_2_2"/>
  <p:tag name="KSO_WM_TEMPLATE_CATEGORY" val="diagram"/>
  <p:tag name="KSO_WM_TEMPLATE_INDEX" val="20233205"/>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87.xml><?xml version="1.0" encoding="utf-8"?>
<p:tagLst xmlns:p="http://schemas.openxmlformats.org/presentationml/2006/main">
  <p:tag name="KSO_WM_DIAGRAM_VIRTUALLY_FRAME" val="{&quot;height&quot;:376.54998779296875,&quot;width&quot;:846.5499877929688}"/>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20233205_1*l_h_i*1_1_4"/>
  <p:tag name="KSO_WM_TEMPLATE_CATEGORY" val="diagram"/>
  <p:tag name="KSO_WM_TEMPLATE_INDEX" val="20233205"/>
  <p:tag name="KSO_WM_UNIT_LAYERLEVEL" val="1_1_1"/>
  <p:tag name="KSO_WM_TAG_VERSION" val="3.0"/>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Lst>
</file>

<file path=ppt/tags/tag288.xml><?xml version="1.0" encoding="utf-8"?>
<p:tagLst xmlns:p="http://schemas.openxmlformats.org/presentationml/2006/main">
  <p:tag name="KSO_WM_DIAGRAM_VIRTUALLY_FRAME" val="{&quot;height&quot;:376.54998779296875,&quot;width&quot;:846.5499877929688}"/>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205_1*l_h_f*1_1_1"/>
  <p:tag name="KSO_WM_TEMPLATE_CATEGORY" val="diagram"/>
  <p:tag name="KSO_WM_TEMPLATE_INDEX" val="20233205"/>
  <p:tag name="KSO_WM_UNIT_LAYERLEVEL" val="1_1_1"/>
  <p:tag name="KSO_WM_TAG_VERSION" val="3.0"/>
  <p:tag name="KSO_WM_UNIT_VALUE" val="136"/>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 name="KSO_WM_UNIT_TEXT_FILL_FORE_SCHEMECOLOR_INDEX" val="1"/>
  <p:tag name="KSO_WM_UNIT_TEXT_FILL_TYPE" val="1"/>
</p:tagLst>
</file>

<file path=ppt/tags/tag28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205_1*l_h_a*1_1_1"/>
  <p:tag name="KSO_WM_TEMPLATE_CATEGORY" val="diagram"/>
  <p:tag name="KSO_WM_TEMPLATE_INDEX" val="20233205"/>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6.54998779296875,&quot;width&quot;:846.54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290.xml><?xml version="1.0" encoding="utf-8"?>
<p:tagLst xmlns:p="http://schemas.openxmlformats.org/presentationml/2006/main">
  <p:tag name="KSO_WM_DIAGRAM_VIRTUALLY_FRAME" val="{&quot;height&quot;:376.54998779296875,&quot;width&quot;:846.5499877929688}"/>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3205_1*l_h_i*1_2_1"/>
  <p:tag name="KSO_WM_TEMPLATE_CATEGORY" val="diagram"/>
  <p:tag name="KSO_WM_TEMPLATE_INDEX" val="20233205"/>
  <p:tag name="KSO_WM_UNIT_LAYERLEVEL" val="1_1_1"/>
  <p:tag name="KSO_WM_TAG_VERSION" val="3.0"/>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Lst>
</file>

<file path=ppt/tags/tag291.xml><?xml version="1.0" encoding="utf-8"?>
<p:tagLst xmlns:p="http://schemas.openxmlformats.org/presentationml/2006/main">
  <p:tag name="KSO_WM_DIAGRAM_VIRTUALLY_FRAME" val="{&quot;height&quot;:376.54998779296875,&quot;width&quot;:846.5499877929688}"/>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3205_1*l_h_i*1_1_1"/>
  <p:tag name="KSO_WM_TEMPLATE_CATEGORY" val="diagram"/>
  <p:tag name="KSO_WM_TEMPLATE_INDEX" val="20233205"/>
  <p:tag name="KSO_WM_UNIT_LAYERLEVEL" val="1_1_1"/>
  <p:tag name="KSO_WM_TAG_VERSION" val="3.0"/>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Lst>
</file>

<file path=ppt/tags/tag292.xml><?xml version="1.0" encoding="utf-8"?>
<p:tagLst xmlns:p="http://schemas.openxmlformats.org/presentationml/2006/main">
  <p:tag name="KSO_WM_DIAGRAM_VIRTUALLY_FRAME" val="{&quot;height&quot;:376.54998779296875,&quot;width&quot;:846.5499877929688}"/>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3205_1*l_h_i*1_1_3"/>
  <p:tag name="KSO_WM_TEMPLATE_CATEGORY" val="diagram"/>
  <p:tag name="KSO_WM_TEMPLATE_INDEX" val="20233205"/>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93.xml><?xml version="1.0" encoding="utf-8"?>
<p:tagLst xmlns:p="http://schemas.openxmlformats.org/presentationml/2006/main">
  <p:tag name="KSO_WM_DIAGRAM_VIRTUALLY_FRAME" val="{&quot;height&quot;:376.54998779296875,&quot;width&quot;:846.5499877929688}"/>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3205_1*l_h_i*1_1_2"/>
  <p:tag name="KSO_WM_TEMPLATE_CATEGORY" val="diagram"/>
  <p:tag name="KSO_WM_TEMPLATE_INDEX" val="20233205"/>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94.xml><?xml version="1.0" encoding="utf-8"?>
<p:tagLst xmlns:p="http://schemas.openxmlformats.org/presentationml/2006/main">
  <p:tag name="KSO_WM_DIAGRAM_VIRTUALLY_FRAME" val="{&quot;height&quot;:376.54998779296875,&quot;width&quot;:846.5499877929688}"/>
  <p:tag name="KSO_WM_DIAGRAM_VERSION" val="3"/>
  <p:tag name="KSO_WM_DIAGRAM_COLOR_TRICK" val="1"/>
  <p:tag name="KSO_WM_DIAGRAM_COLOR_TEXT_CAN_REMOVE" val="n"/>
  <p:tag name="KSO_WM_UNIT_VALUE" val="90*77"/>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3205_1*l_h_x*1_1_1"/>
  <p:tag name="KSO_WM_TEMPLATE_CATEGORY" val="diagram"/>
  <p:tag name="KSO_WM_TEMPLATE_INDEX" val="20233205"/>
  <p:tag name="KSO_WM_UNIT_LAYERLEVEL" val="1_1_1"/>
  <p:tag name="KSO_WM_TAG_VERSION" val="3.0"/>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Lst>
</file>

<file path=ppt/tags/tag295.xml><?xml version="1.0" encoding="utf-8"?>
<p:tagLst xmlns:p="http://schemas.openxmlformats.org/presentationml/2006/main">
  <p:tag name="KSO_WM_DIAGRAM_VIRTUALLY_FRAME" val="{&quot;height&quot;:376.54998779296875,&quot;width&quot;:846.5499877929688}"/>
  <p:tag name="KSO_WM_DIAGRAM_VERSION" val="3"/>
  <p:tag name="KSO_WM_DIAGRAM_COLOR_TRICK" val="1"/>
  <p:tag name="KSO_WM_DIAGRAM_COLOR_TEXT_CAN_REMOVE" val="n"/>
  <p:tag name="KSO_WM_UNIT_VALUE" val="90*85"/>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3205_1*l_h_x*1_2_1"/>
  <p:tag name="KSO_WM_TEMPLATE_CATEGORY" val="diagram"/>
  <p:tag name="KSO_WM_TEMPLATE_INDEX" val="20233205"/>
  <p:tag name="KSO_WM_UNIT_LAYERLEVEL" val="1_1_1"/>
  <p:tag name="KSO_WM_TAG_VERSION" val="3.0"/>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Lst>
</file>

<file path=ppt/tags/tag296.xml><?xml version="1.0" encoding="utf-8"?>
<p:tagLst xmlns:p="http://schemas.openxmlformats.org/presentationml/2006/main">
  <p:tag name="KSO_WM_SLIDE_ID" val="diagram20233205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3205"/>
  <p:tag name="KSO_WM_SLIDE_TYPE" val="text"/>
  <p:tag name="KSO_WM_SLIDE_SUBTYPE" val="diag"/>
  <p:tag name="KSO_WM_SLIDE_SIZE" val="846.55*348.45"/>
  <p:tag name="KSO_WM_SLIDE_POSITION" val="56.75*127.65"/>
  <p:tag name="KSO_WM_SLIDE_LAYOUT" val="a_l"/>
  <p:tag name="KSO_WM_SLIDE_LAYOUT_CNT" val="1_1"/>
  <p:tag name="KSO_WM_SPECIAL_SOURCE" val="bdnull"/>
  <p:tag name="KSO_WM_DIAGRAM_GROUP_CODE" val="l1-1"/>
  <p:tag name="KSO_WM_SLIDE_DIAGTYPE" val="l"/>
  <p:tag name="CP_OUTLINE_TITLE" val="全球资本流向变革"/>
  <p:tag name="CP_OUTLINE_TYPE" val="pt_text"/>
</p:tagLst>
</file>

<file path=ppt/tags/tag297.xml><?xml version="1.0" encoding="utf-8"?>
<p:tagLst xmlns:p="http://schemas.openxmlformats.org/presentationml/2006/main">
  <p:tag name="KSO_WM_UNIT_VALUE" val="1904*1344"/>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2485_1*d*1"/>
  <p:tag name="KSO_WM_TEMPLATE_CATEGORY" val="custom"/>
  <p:tag name="KSO_WM_TEMPLATE_INDEX" val="20232485"/>
  <p:tag name="KSO_WM_UNIT_LAYERLEVEL" val="1"/>
  <p:tag name="KSO_WM_TAG_VERSION" val="3.0"/>
  <p:tag name="KSO_WM_BEAUTIFY_FLAG" val="#wm#"/>
  <p:tag name="KSO_WM_UNIT_PICTURE_SUBTYPE" val="b"/>
  <p:tag name="MH_PIC_SOURCE_TYPE" val="generate_slide_ai*VCG41N849869432*gallery_gallery_ai_v2.0.9_ONLINE*37ff37d0c64bb297fa7aaff6b4b4eac2-slide-17"/>
</p:tagLst>
</file>

<file path=ppt/tags/tag29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VALUE" val="26"/>
  <p:tag name="KSO_WM_UNIT_USESOURCEFORMAT_APPLY" val="1"/>
  <p:tag name="KSO_WM_TEMPLATE_INDEX" val="20232485"/>
  <p:tag name="KSO_WM_UNIT_ID" val="custom20232485_1*a*1"/>
  <p:tag name="KSO_WM_UNIT_TEXT_TYPE" val="1"/>
  <p:tag name="KSO_WM_UNIT_PRESET_TEXT" val="单击此处添加标题"/>
</p:tagLst>
</file>

<file path=ppt/tags/tag29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2482_1*l_h_i*1_2_3"/>
  <p:tag name="KSO_WM_TEMPLATE_CATEGORY" val="diagram"/>
  <p:tag name="KSO_WM_TEMPLATE_INDEX" val="20232482"/>
  <p:tag name="KSO_WM_UNIT_LAYERLEVEL" val="1_1_1"/>
  <p:tag name="KSO_WM_TAG_VERSION" val="3.0"/>
  <p:tag name="KSO_WM_DIAGRAM_MAX_ITEMCNT" val="4"/>
  <p:tag name="KSO_WM_DIAGRAM_MIN_ITEMCNT" val="2"/>
  <p:tag name="KSO_WM_DIAGRAM_VIRTUALLY_FRAME" val="{&quot;height&quot;:348.8500061035156,&quot;width&quot;:628.0999755859375}"/>
  <p:tag name="KSO_WM_DIAGRAM_COLOR_MATCH_VALUE" val="{&quot;shape&quot;:{&quot;fill&quot;:{&quot;type&quot;:0},&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 name="KSO_WM_BEAUTIFY_FLAG" val="#wm#"/>
  <p:tag name="KSO_WM_UNIT_LINE_FORE_SCHEMECOLOR_INDEX" val="5"/>
</p:tagLst>
</file>

<file path=ppt/tags/tag30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2482_1*l_h_i*1_2_2"/>
  <p:tag name="KSO_WM_TEMPLATE_CATEGORY" val="diagram"/>
  <p:tag name="KSO_WM_TEMPLATE_INDEX" val="20232482"/>
  <p:tag name="KSO_WM_UNIT_LAYERLEVEL" val="1_1_1"/>
  <p:tag name="KSO_WM_TAG_VERSION" val="3.0"/>
  <p:tag name="KSO_WM_DIAGRAM_MAX_ITEMCNT" val="4"/>
  <p:tag name="KSO_WM_DIAGRAM_MIN_ITEMCNT" val="2"/>
  <p:tag name="KSO_WM_DIAGRAM_VIRTUALLY_FRAME" val="{&quot;height&quot;:348.8500061035156,&quot;width&quot;:628.0999755859375}"/>
  <p:tag name="KSO_WM_DIAGRAM_COLOR_MATCH_VALUE" val="{&quot;shape&quot;:{&quot;fill&quot;:{&quot;solid&quot;:{&quot;brightness&quot;:0,&quot;colorType&quot;:1,&quot;foreColorIndex&quot;:2,&quot;transparency&quot;:0.800000011920929},&quot;type&quot;:1},&quot;glow&quot;:{&quot;colorType&quot;:0},&quot;line&quot;:{&quot;solidLine&quot;:{&quot;brightness&quot;:0,&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2"/>
  <p:tag name="KSO_WM_UNIT_FILL_FORE_SCHEMECOLOR_INDEX_BRIGHTNESS" val="0"/>
  <p:tag name="KSO_WM_UNIT_LINE_FORE_SCHEMECOLOR_INDEX" val="5"/>
</p:tagLst>
</file>

<file path=ppt/tags/tag30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2482_1*l_h_i*1_1_2"/>
  <p:tag name="KSO_WM_TEMPLATE_CATEGORY" val="diagram"/>
  <p:tag name="KSO_WM_TEMPLATE_INDEX" val="20232482"/>
  <p:tag name="KSO_WM_UNIT_LAYERLEVEL" val="1_1_1"/>
  <p:tag name="KSO_WM_TAG_VERSION" val="3.0"/>
  <p:tag name="KSO_WM_DIAGRAM_MAX_ITEMCNT" val="4"/>
  <p:tag name="KSO_WM_DIAGRAM_MIN_ITEMCNT" val="2"/>
  <p:tag name="KSO_WM_DIAGRAM_VIRTUALLY_FRAME" val="{&quot;height&quot;:348.8500061035156,&quot;width&quot;:628.0999755859375}"/>
  <p:tag name="KSO_WM_DIAGRAM_COLOR_MATCH_VALUE" val="{&quot;shape&quot;:{&quot;fill&quot;:{&quot;type&quot;:0},&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2"/>
  <p:tag name="KSO_WM_UNIT_FILL_FORE_SCHEMECOLOR_INDEX_BRIGHTNESS" val="0"/>
  <p:tag name="KSO_WM_BEAUTIFY_FLAG" val="#wm#"/>
  <p:tag name="KSO_WM_UNIT_LINE_FORE_SCHEMECOLOR_INDEX" val="5"/>
</p:tagLst>
</file>

<file path=ppt/tags/tag30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2482_1*l_h_i*1_1_3"/>
  <p:tag name="KSO_WM_TEMPLATE_CATEGORY" val="diagram"/>
  <p:tag name="KSO_WM_TEMPLATE_INDEX" val="20232482"/>
  <p:tag name="KSO_WM_UNIT_LAYERLEVEL" val="1_1_1"/>
  <p:tag name="KSO_WM_TAG_VERSION" val="3.0"/>
  <p:tag name="KSO_WM_DIAGRAM_MAX_ITEMCNT" val="4"/>
  <p:tag name="KSO_WM_DIAGRAM_MIN_ITEMCNT" val="2"/>
  <p:tag name="KSO_WM_DIAGRAM_VIRTUALLY_FRAME" val="{&quot;height&quot;:348.8500061035156,&quot;width&quot;:628.0999755859375}"/>
  <p:tag name="KSO_WM_DIAGRAM_COLOR_MATCH_VALUE" val="{&quot;shape&quot;:{&quot;fill&quot;:{&quot;solid&quot;:{&quot;brightness&quot;:0,&quot;colorType&quot;:1,&quot;foreColorIndex&quot;:2,&quot;transparency&quot;:0.800000011920929},&quot;type&quot;:1},&quot;glow&quot;:{&quot;colorType&quot;:0},&quot;line&quot;:{&quot;solidLine&quot;:{&quot;brightness&quot;:0,&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2"/>
  <p:tag name="KSO_WM_UNIT_FILL_FORE_SCHEMECOLOR_INDEX_BRIGHTNESS" val="0"/>
  <p:tag name="KSO_WM_UNIT_LINE_FORE_SCHEMECOLOR_INDEX" val="5"/>
</p:tagLst>
</file>

<file path=ppt/tags/tag30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2482_1*l_h_i*1_1_1"/>
  <p:tag name="KSO_WM_TEMPLATE_CATEGORY" val="diagram"/>
  <p:tag name="KSO_WM_TEMPLATE_INDEX" val="20232482"/>
  <p:tag name="KSO_WM_UNIT_LAYERLEVEL" val="1_1_1"/>
  <p:tag name="KSO_WM_TAG_VERSION" val="3.0"/>
  <p:tag name="KSO_WM_DIAGRAM_MAX_ITEMCNT" val="4"/>
  <p:tag name="KSO_WM_DIAGRAM_MIN_ITEMCNT" val="2"/>
  <p:tag name="KSO_WM_DIAGRAM_VIRTUALLY_FRAME" val="{&quot;height&quot;:348.8500061035156,&quot;width&quot;:628.0999755859375}"/>
  <p:tag name="KSO_WM_DIAGRAM_COLOR_MATCH_VALUE" val="{&quot;shape&quot;:{&quot;fill&quot;:{&quot;gradient&quot;:[{&quot;brightness&quot;:0,&quot;colorType&quot;:1,&quot;foreColorIndex&quot;:5,&quot;pos&quot;:0,&quot;transparency&quot;:0},{&quot;brightness&quot;:-0.25,&quot;colorType&quot;:1,&quot;foreColorIndex&quot;:5,&quot;pos&quot;:1,&quot;transparency&quot;:0}],&quot;type&quot;:3},&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TEXT_FILL_TYPE" val="1"/>
  <p:tag name="KSO_WM_BEAUTIFY_FLAG" val="#wm#"/>
  <p:tag name="KSO_WM_UNIT_FILL_TYPE" val="3"/>
</p:tagLst>
</file>

<file path=ppt/tags/tag304.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6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2482_1*l_h_f*1_1_1"/>
  <p:tag name="KSO_WM_TEMPLATE_CATEGORY" val="diagram"/>
  <p:tag name="KSO_WM_TEMPLATE_INDEX" val="20232482"/>
  <p:tag name="KSO_WM_UNIT_LAYERLEVEL" val="1_1_1"/>
  <p:tag name="KSO_WM_TAG_VERSION" val="3.0"/>
  <p:tag name="KSO_WM_DIAGRAM_MAX_ITEMCNT" val="4"/>
  <p:tag name="KSO_WM_DIAGRAM_MIN_ITEMCNT" val="2"/>
  <p:tag name="KSO_WM_DIAGRAM_VIRTUALLY_FRAME" val="{&quot;height&quot;:348.8500061035156,&quot;width&quot;:628.09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正文，请尽量言简意赅的阐述观点单击此处输入你的正文，请尽量言简意赅的阐述观点"/>
  <p:tag name="KSO_WM_UNIT_TEXT_FILL_FORE_SCHEMECOLOR_INDEX" val="1"/>
  <p:tag name="KSO_WM_UNIT_TEXT_FILL_TYPE" val="1"/>
</p:tagLst>
</file>

<file path=ppt/tags/tag305.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25"/>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2482_1*l_h_a*1_1_1"/>
  <p:tag name="KSO_WM_TEMPLATE_CATEGORY" val="diagram"/>
  <p:tag name="KSO_WM_TEMPLATE_INDEX" val="20232482"/>
  <p:tag name="KSO_WM_UNIT_LAYERLEVEL" val="1_1_1"/>
  <p:tag name="KSO_WM_TAG_VERSION" val="3.0"/>
  <p:tag name="KSO_WM_DIAGRAM_MAX_ITEMCNT" val="4"/>
  <p:tag name="KSO_WM_DIAGRAM_MIN_ITEMCNT" val="2"/>
  <p:tag name="KSO_WM_DIAGRAM_VIRTUALLY_FRAME" val="{&quot;height&quot;:348.8500061035156,&quot;width&quot;:628.09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Lst>
</file>

<file path=ppt/tags/tag30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2482_1*l_h_i*1_2_1"/>
  <p:tag name="KSO_WM_TEMPLATE_CATEGORY" val="diagram"/>
  <p:tag name="KSO_WM_TEMPLATE_INDEX" val="20232482"/>
  <p:tag name="KSO_WM_UNIT_LAYERLEVEL" val="1_1_1"/>
  <p:tag name="KSO_WM_TAG_VERSION" val="3.0"/>
  <p:tag name="KSO_WM_DIAGRAM_MAX_ITEMCNT" val="4"/>
  <p:tag name="KSO_WM_DIAGRAM_MIN_ITEMCNT" val="2"/>
  <p:tag name="KSO_WM_DIAGRAM_VIRTUALLY_FRAME" val="{&quot;height&quot;:348.8500061035156,&quot;width&quot;:628.0999755859375}"/>
  <p:tag name="KSO_WM_DIAGRAM_COLOR_MATCH_VALUE" val="{&quot;shape&quot;:{&quot;fill&quot;:{&quot;gradient&quot;:[{&quot;brightness&quot;:0,&quot;colorType&quot;:1,&quot;foreColorIndex&quot;:5,&quot;pos&quot;:0,&quot;transparency&quot;:0},{&quot;brightness&quot;:-0.25,&quot;colorType&quot;:1,&quot;foreColorIndex&quot;:5,&quot;pos&quot;:1,&quot;transparency&quot;:0}],&quot;type&quot;:3},&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TEXT_FILL_TYPE" val="1"/>
  <p:tag name="KSO_WM_BEAUTIFY_FLAG" val="#wm#"/>
  <p:tag name="KSO_WM_UNIT_FILL_TYPE" val="3"/>
</p:tagLst>
</file>

<file path=ppt/tags/tag307.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64"/>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2482_1*l_h_f*1_2_1"/>
  <p:tag name="KSO_WM_TEMPLATE_CATEGORY" val="diagram"/>
  <p:tag name="KSO_WM_TEMPLATE_INDEX" val="20232482"/>
  <p:tag name="KSO_WM_UNIT_LAYERLEVEL" val="1_1_1"/>
  <p:tag name="KSO_WM_TAG_VERSION" val="3.0"/>
  <p:tag name="KSO_WM_DIAGRAM_MAX_ITEMCNT" val="4"/>
  <p:tag name="KSO_WM_DIAGRAM_MIN_ITEMCNT" val="2"/>
  <p:tag name="KSO_WM_DIAGRAM_VIRTUALLY_FRAME" val="{&quot;height&quot;:348.8500061035156,&quot;width&quot;:628.09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请尽量言简意赅的阐述观点单击此处输入你的项正文，请尽量言简意赅的阐述观点"/>
  <p:tag name="KSO_WM_UNIT_TEXT_FILL_FORE_SCHEMECOLOR_INDEX" val="1"/>
  <p:tag name="KSO_WM_UNIT_TEXT_FILL_TYPE" val="1"/>
</p:tagLst>
</file>

<file path=ppt/tags/tag308.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25"/>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2482_1*l_h_a*1_2_1"/>
  <p:tag name="KSO_WM_TEMPLATE_CATEGORY" val="diagram"/>
  <p:tag name="KSO_WM_TEMPLATE_INDEX" val="20232482"/>
  <p:tag name="KSO_WM_UNIT_LAYERLEVEL" val="1_1_1"/>
  <p:tag name="KSO_WM_TAG_VERSION" val="3.0"/>
  <p:tag name="KSO_WM_DIAGRAM_MAX_ITEMCNT" val="4"/>
  <p:tag name="KSO_WM_DIAGRAM_MIN_ITEMCNT" val="2"/>
  <p:tag name="KSO_WM_DIAGRAM_VIRTUALLY_FRAME" val="{&quot;height&quot;:348.8500061035156,&quot;width&quot;:628.09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Lst>
</file>

<file path=ppt/tags/tag309.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627.12*288.72"/>
  <p:tag name="KSO_WM_SLIDE_POSITION" val="225.1*171.6"/>
  <p:tag name="KSO_WM_SLIDE_LAYOUT" val="a_d_l"/>
  <p:tag name="KSO_WM_SLIDE_LAYOUT_CNT" val="1_1_1"/>
  <p:tag name="KSO_WM_SPECIAL_SOURCE" val="bdnull"/>
  <p:tag name="KSO_WM_DIAGRAM_GROUP_CODE" val="l1-1"/>
  <p:tag name="KSO_WM_SLIDE_DIAGTYPE" val="l"/>
  <p:tag name="KSO_WM_TEMPLATE_INDEX" val="20232485"/>
  <p:tag name="KSO_WM_TEMPLATE_SUBCATEGORY" val="0"/>
  <p:tag name="KSO_WM_SLIDE_INDEX" val="1"/>
  <p:tag name="KSO_WM_TAG_VERSION" val="3.0"/>
  <p:tag name="KSO_WM_SLIDE_ID" val="custom20232485_1"/>
  <p:tag name="KSO_WM_SLIDE_ITEM_CNT" val="2"/>
  <p:tag name="CP_OUTLINE_TITLE" val="技术标准话语权争夺"/>
  <p:tag name="CP_OUTLINE_TYPE" val="pt_text"/>
</p:tagLst>
</file>

<file path=ppt/tags/tag31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184_2*a*1"/>
  <p:tag name="KSO_WM_TEMPLATE_CATEGORY" val="diagram"/>
  <p:tag name="KSO_WM_TEMPLATE_INDEX" val="20233184"/>
  <p:tag name="KSO_WM_UNIT_LAYERLEVEL" val="1"/>
  <p:tag name="KSO_WM_TAG_VERSION" val="3.0"/>
  <p:tag name="KSO_WM_BEAUTIFY_FLAG" val="#wm#"/>
  <p:tag name="KSO_WM_DIAGRAM_GROUP_CODE" val="l1-1"/>
  <p:tag name="KSO_WM_UNIT_TEXT_TYPE" val="1"/>
  <p:tag name="KSO_WM_UNIT_PRESET_TEXT" val="单击此处添加标题"/>
</p:tagLst>
</file>

<file path=ppt/tags/tag31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184_1*l_h_f*1_1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5"/>
  <p:tag name="KSO_WM_DIAGRAM_VERSION" val="3"/>
  <p:tag name="KSO_WM_DIAGRAM_COLOR_TRICK" val="1"/>
  <p:tag name="KSO_WM_DIAGRAM_COLOR_TEXT_CAN_REMOVE" val="n"/>
  <p:tag name="KSO_WM_UNIT_TEXT_TYPE" val="1"/>
  <p:tag name="KSO_WM_BEAUTIFY_FLAG" val="#wm#"/>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内容观点。"/>
  <p:tag name="KSO_WM_UNIT_TEXT_FILL_FORE_SCHEMECOLOR_INDEX" val="1"/>
  <p:tag name="KSO_WM_UNIT_TEXT_FILL_TYPE" val="1"/>
</p:tagLst>
</file>

<file path=ppt/tags/tag31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184_1*l_h_a*1_1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5"/>
  <p:tag name="KSO_WM_DIAGRAM_VERSION" val="3"/>
  <p:tag name="KSO_WM_DIAGRAM_COLOR_TRICK" val="1"/>
  <p:tag name="KSO_WM_DIAGRAM_COLOR_TEXT_CAN_REMOVE" val="n"/>
  <p:tag name="KSO_WM_UNIT_TEXT_TYPE" val="1"/>
  <p:tag name="KSO_WM_BEAUTIFY_FLAG" val="#wm#"/>
  <p:tag name="KSO_WM_UNIT_PRESET_TEXT" val="此处添加项标题"/>
  <p:tag name="KSO_WM_UNIT_TEXT_FILL_FORE_SCHEMECOLOR_INDEX" val="1"/>
  <p:tag name="KSO_WM_UNIT_TEXT_FILL_TYPE" val="1"/>
</p:tagLst>
</file>

<file path=ppt/tags/tag31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184_1*l_h_f*1_2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5"/>
  <p:tag name="KSO_WM_DIAGRAM_VERSION" val="3"/>
  <p:tag name="KSO_WM_DIAGRAM_COLOR_TRICK" val="1"/>
  <p:tag name="KSO_WM_DIAGRAM_COLOR_TEXT_CAN_REMOVE" val="n"/>
  <p:tag name="KSO_WM_UNIT_TEXT_TYPE" val="1"/>
  <p:tag name="KSO_WM_BEAUTIFY_FLAG" val="#wm#"/>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内容观点。"/>
  <p:tag name="KSO_WM_UNIT_TEXT_FILL_FORE_SCHEMECOLOR_INDEX" val="1"/>
  <p:tag name="KSO_WM_UNIT_TEXT_FILL_TYPE" val="1"/>
</p:tagLst>
</file>

<file path=ppt/tags/tag31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184_1*l_h_a*1_2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5"/>
  <p:tag name="KSO_WM_DIAGRAM_VERSION" val="3"/>
  <p:tag name="KSO_WM_DIAGRAM_COLOR_TRICK" val="1"/>
  <p:tag name="KSO_WM_DIAGRAM_COLOR_TEXT_CAN_REMOVE" val="n"/>
  <p:tag name="KSO_WM_UNIT_TEXT_TYPE" val="1"/>
  <p:tag name="KSO_WM_BEAUTIFY_FLAG" val="#wm#"/>
  <p:tag name="KSO_WM_UNIT_PRESET_TEXT" val="此处添加项标题"/>
  <p:tag name="KSO_WM_UNIT_TEXT_FILL_FORE_SCHEMECOLOR_INDEX" val="1"/>
  <p:tag name="KSO_WM_UNIT_TEXT_FILL_TYPE" val="1"/>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4_1*l_h_x*1_1_1"/>
  <p:tag name="KSO_WM_TEMPLATE_CATEGORY" val="diagram"/>
  <p:tag name="KSO_WM_TEMPLATE_INDEX" val="20233184"/>
  <p:tag name="KSO_WM_UNIT_LAYERLEVEL" val="1_1_1"/>
  <p:tag name="KSO_WM_TAG_VERSION" val="3.0"/>
  <p:tag name="KSO_WM_DIAGRAM_VERSION" val="3"/>
  <p:tag name="KSO_WM_DIAGRAM_COLOR_TRICK" val="1"/>
  <p:tag name="KSO_WM_DIAGRAM_COLOR_TEXT_CAN_REMOVE" val="n"/>
  <p:tag name="KSO_WM_UNIT_VALUE" val="90*90"/>
  <p:tag name="KSO_WM_UNIT_TYPE" val="l_h_x"/>
  <p:tag name="KSO_WM_UNIT_INDEX" val="1_1_1"/>
  <p:tag name="KSO_WM_DIAGRAM_MAX_ITEMCNT" val="6"/>
  <p:tag name="KSO_WM_DIAGRAM_MIN_ITEMCNT" val="2"/>
  <p:tag name="KSO_WM_DIAGRAM_VIRTUALLY_FRAME" val="{&quot;height&quot;:326.79998779296875,&quot;width&quot;:558.7586059570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4_1*l_h_x*1_2_1"/>
  <p:tag name="KSO_WM_TEMPLATE_CATEGORY" val="diagram"/>
  <p:tag name="KSO_WM_TEMPLATE_INDEX" val="20233184"/>
  <p:tag name="KSO_WM_UNIT_LAYERLEVEL" val="1_1_1"/>
  <p:tag name="KSO_WM_TAG_VERSION" val="3.0"/>
  <p:tag name="KSO_WM_DIAGRAM_VERSION" val="3"/>
  <p:tag name="KSO_WM_DIAGRAM_COLOR_TRICK" val="1"/>
  <p:tag name="KSO_WM_DIAGRAM_COLOR_TEXT_CAN_REMOVE" val="n"/>
  <p:tag name="KSO_WM_UNIT_VALUE" val="90*90"/>
  <p:tag name="KSO_WM_UNIT_TYPE" val="l_h_x"/>
  <p:tag name="KSO_WM_UNIT_INDEX" val="1_2_1"/>
  <p:tag name="KSO_WM_DIAGRAM_MAX_ITEMCNT" val="6"/>
  <p:tag name="KSO_WM_DIAGRAM_MIN_ITEMCNT" val="2"/>
  <p:tag name="KSO_WM_DIAGRAM_VIRTUALLY_FRAME" val="{&quot;height&quot;:326.79998779296875,&quot;width&quot;:558.7586059570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317.xml><?xml version="1.0" encoding="utf-8"?>
<p:tagLst xmlns:p="http://schemas.openxmlformats.org/presentationml/2006/main">
  <p:tag name="KSO_WM_SLIDE_ID" val="diagram20233184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3184"/>
  <p:tag name="KSO_WM_SLIDE_TYPE" val="text"/>
  <p:tag name="KSO_WM_SLIDE_SUBTYPE" val="diag"/>
  <p:tag name="KSO_WM_SLIDE_SIZE" val="543.1*309.7"/>
  <p:tag name="KSO_WM_SLIDE_POSITION" val="206.35*163.4"/>
  <p:tag name="KSO_WM_SLIDE_LAYOUT" val="a_l"/>
  <p:tag name="KSO_WM_SLIDE_LAYOUT_CNT" val="1_1"/>
  <p:tag name="KSO_WM_SPECIAL_SOURCE" val="bdnull"/>
  <p:tag name="KSO_WM_DIAGRAM_GROUP_CODE" val="l1-1"/>
  <p:tag name="KSO_WM_SLIDE_DIAGTYPE" val="l"/>
  <p:tag name="CP_OUTLINE_TITLE" val="全球产业链重构"/>
  <p:tag name="CP_OUTLINE_TYPE" val="pt_text"/>
</p:tagLst>
</file>

<file path=ppt/tags/tag318.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314_7*e*1"/>
  <p:tag name="KSO_WM_TEMPLATE_CATEGORY" val="custom"/>
  <p:tag name="KSO_WM_TEMPLATE_INDEX" val="20230314"/>
  <p:tag name="KSO_WM_UNIT_LAYERLEVEL" val="1"/>
  <p:tag name="KSO_WM_TAG_VERSION" val="3.0"/>
  <p:tag name="KSO_WM_BEAUTIFY_FLAG" val="#wm#"/>
</p:tagLst>
</file>

<file path=ppt/tags/tag31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7*a*1"/>
  <p:tag name="KSO_WM_TEMPLATE_CATEGORY" val="custom"/>
  <p:tag name="KSO_WM_TEMPLATE_INDEX" val="20230314"/>
  <p:tag name="KSO_WM_UNIT_LAYERLEVEL" val="1"/>
  <p:tag name="KSO_WM_TAG_VERSION" val="3.0"/>
  <p:tag name="KSO_WM_BEAUTIFY_FLAG" val="#wm#"/>
  <p:tag name="KSO_WM_UNIT_CONTENT_GROUP_TYPE" val="contentchip"/>
  <p:tag name="KSO_WM_UNIT_PRESET_TEXT" val="添加章节标题"/>
  <p:tag name="KSO_WM_UNIT_TEXT_TYPE" val="1"/>
</p:tagLst>
</file>

<file path=ppt/tags/tag320.xml><?xml version="1.0" encoding="utf-8"?>
<p:tagLst xmlns:p="http://schemas.openxmlformats.org/presentationml/2006/main">
  <p:tag name="KSO_WM_SLIDE_ID" val="custom2023031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314"/>
  <p:tag name="KSO_WM_SLIDE_TYPE" val="sectionTitle"/>
  <p:tag name="KSO_WM_SLIDE_SUBTYPE" val="pureTxt"/>
  <p:tag name="KSO_WM_SLIDE_LAYOUT" val="a_e"/>
  <p:tag name="KSO_WM_SLIDE_LAYOUT_CNT" val="1_1"/>
  <p:tag name="KSO_WM_SPECIAL_SOURCE" val="bdnull"/>
  <p:tag name="KSO_WM_SLIDE_CONTENT_AREA" val="{&quot;left&quot;:&quot;504.35&quot;,&quot;top&quot;:&quot;139.2&quot;,&quot;width&quot;:&quot;435.7&quot;,&quot;height&quot;:&quot;210&quot;}"/>
  <p:tag name="CP_OUTLINE_TITLE" val="未来挑战与战略机遇"/>
  <p:tag name="CP_OUTLINE_TYPE" val="pt_section_title"/>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01_2*a*1"/>
  <p:tag name="KSO_WM_TEMPLATE_CATEGORY" val="diagram"/>
  <p:tag name="KSO_WM_TEMPLATE_INDEX" val="20233201"/>
  <p:tag name="KSO_WM_UNIT_LAYERLEVEL" val="1"/>
  <p:tag name="KSO_WM_TAG_VERSION" val="3.0"/>
  <p:tag name="KSO_WM_BEAUTIFY_FLAG" val="#wm#"/>
  <p:tag name="KSO_WM_UNIT_ISCONTENTSTITLE" val="0"/>
  <p:tag name="KSO_WM_UNIT_ISNUMDGMTITLE" val="0"/>
  <p:tag name="KSO_WM_UNIT_NOCLEAR" val="0"/>
  <p:tag name="KSO_WM_UNIT_VALUE" val="29"/>
  <p:tag name="KSO_WM_DIAGRAM_GROUP_CODE" val="l1-1"/>
  <p:tag name="KSO_WM_UNIT_TYPE" val="a"/>
  <p:tag name="KSO_WM_UNIT_INDEX" val="1"/>
  <p:tag name="KSO_WM_UNIT_TEXT_TYPE" val="1"/>
  <p:tag name="KSO_WM_UNIT_PRESET_TEXT" val="单击此处添加标题"/>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3201_1*l_i*1_1"/>
  <p:tag name="KSO_WM_TEMPLATE_CATEGORY" val="diagram"/>
  <p:tag name="KSO_WM_TEMPLATE_INDEX" val="20233201"/>
  <p:tag name="KSO_WM_UNIT_LAYERLEVEL" val="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gradient&quot;:[{&quot;brightness&quot;:0,&quot;colorType&quot;:1,&quot;foreColorIndex&quot;:5,&quot;pos&quot;:0,&quot;transparency&quot;:0},{&quot;brightness&quot;:0,&quot;colorType&quot;:1,&quot;foreColorIndex&quot;:5,&quot;pos&quot;:1,&quot;transparency&quot;:0.20000000298023224}],&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Lst>
</file>

<file path=ppt/tags/tag32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201_1*l_h_f*1_1_1"/>
  <p:tag name="KSO_WM_TEMPLATE_CATEGORY" val="diagram"/>
  <p:tag name="KSO_WM_TEMPLATE_INDEX" val="20233201"/>
  <p:tag name="KSO_WM_UNIT_LAYERLEVEL" val="1_1_1"/>
  <p:tag name="KSO_WM_TAG_VERSION" val="3.0"/>
  <p:tag name="KSO_WM_UNIT_TEXT_FILL_FORE_SCHEMECOLOR_INDEX_BRIGHTNESS" val="0.25"/>
  <p:tag name="KSO_WM_UNIT_TEXT_FILL_TYPE" val="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内容，简明扼要地阐述您的观点。根据需要可酌情增减文字，以便观者准确地理解您传达的正文内容思想。单击此处添加文本具体内容简明扼要地阐述您的观点根据需要可酌情增减文字。"/>
</p:tagLst>
</file>

<file path=ppt/tags/tag32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201_1*l_h_f*1_2_1"/>
  <p:tag name="KSO_WM_TEMPLATE_CATEGORY" val="diagram"/>
  <p:tag name="KSO_WM_TEMPLATE_INDEX" val="20233201"/>
  <p:tag name="KSO_WM_UNIT_LAYERLEVEL" val="1_1_1"/>
  <p:tag name="KSO_WM_TAG_VERSION" val="3.0"/>
  <p:tag name="KSO_WM_UNIT_TEXT_FILL_FORE_SCHEMECOLOR_INDEX_BRIGHTNESS" val="0.25"/>
  <p:tag name="KSO_WM_UNIT_TEXT_FILL_TYPE" val="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你的文本内容，简明扼要地阐述您的观点。根据需要可酌情增减文字，以便观者准确地理解您传达的正文内容思想。单击此处添加你的文本内容，简明扼要地阐述您的内容观点，根据需要可酌情增减文字。"/>
</p:tagLst>
</file>

<file path=ppt/tags/tag32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201_1*l_h_a*1_1_1"/>
  <p:tag name="KSO_WM_TEMPLATE_CATEGORY" val="diagram"/>
  <p:tag name="KSO_WM_TEMPLATE_INDEX" val="20233201"/>
  <p:tag name="KSO_WM_UNIT_LAYERLEVEL" val="1_1_1"/>
  <p:tag name="KSO_WM_TAG_VERSION" val="3.0"/>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标题"/>
</p:tagLst>
</file>

<file path=ppt/tags/tag32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201_1*l_h_a*1_2_1"/>
  <p:tag name="KSO_WM_TEMPLATE_CATEGORY" val="diagram"/>
  <p:tag name="KSO_WM_TEMPLATE_INDEX" val="20233201"/>
  <p:tag name="KSO_WM_UNIT_LAYERLEVEL" val="1_1_1"/>
  <p:tag name="KSO_WM_TAG_VERSION" val="3.0"/>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标题"/>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3201_1*l_h_i*1_1_1"/>
  <p:tag name="KSO_WM_TEMPLATE_CATEGORY" val="diagram"/>
  <p:tag name="KSO_WM_TEMPLATE_INDEX" val="20233201"/>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solidLine&quot;:{&quot;brightness&quot;:0,&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Lst>
</file>

<file path=ppt/tags/tag328.xml><?xml version="1.0" encoding="utf-8"?>
<p:tagLst xmlns:p="http://schemas.openxmlformats.org/presentationml/2006/main">
  <p:tag name="KSO_WM_UNIT_VALUE" val="121*130"/>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3201_1*l_h_x*1_1_1"/>
  <p:tag name="KSO_WM_TEMPLATE_CATEGORY" val="diagram"/>
  <p:tag name="KSO_WM_TEMPLATE_INDEX" val="20233201"/>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3201_1*l_h_i*1_2_1"/>
  <p:tag name="KSO_WM_TEMPLATE_CATEGORY" val="diagram"/>
  <p:tag name="KSO_WM_TEMPLATE_INDEX" val="20233201"/>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solidLine&quot;:{&quot;brightness&quot;:0,&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Lst>
</file>

<file path=ppt/tags/tag330.xml><?xml version="1.0" encoding="utf-8"?>
<p:tagLst xmlns:p="http://schemas.openxmlformats.org/presentationml/2006/main">
  <p:tag name="KSO_WM_UNIT_VALUE" val="130*130"/>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3201_1*l_h_x*1_2_1"/>
  <p:tag name="KSO_WM_TEMPLATE_CATEGORY" val="diagram"/>
  <p:tag name="KSO_WM_TEMPLATE_INDEX" val="20233201"/>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331.xml><?xml version="1.0" encoding="utf-8"?>
<p:tagLst xmlns:p="http://schemas.openxmlformats.org/presentationml/2006/main">
  <p:tag name="KSO_WM_SLIDE_ID" val="diagram20233201_2"/>
  <p:tag name="KSO_WM_TEMPLATE_SUBCATEGORY" val="0"/>
  <p:tag name="KSO_WM_TEMPLATE_MASTER_TYPE" val="0"/>
  <p:tag name="KSO_WM_TEMPLATE_COLOR_TYPE" val="0"/>
  <p:tag name="KSO_WM_SLIDE_TYPE" val="text"/>
  <p:tag name="KSO_WM_SLIDE_SUBTYPE" val="diag"/>
  <p:tag name="KSO_WM_SLIDE_ITEM_CNT" val="3"/>
  <p:tag name="KSO_WM_SLIDE_INDEX" val="2"/>
  <p:tag name="KSO_WM_TAG_VERSION" val="3.0"/>
  <p:tag name="KSO_WM_BEAUTIFY_FLAG" val="#wm#"/>
  <p:tag name="KSO_WM_TEMPLATE_CATEGORY" val="diagram"/>
  <p:tag name="KSO_WM_TEMPLATE_INDEX" val="20233201"/>
  <p:tag name="KSO_WM_SLIDE_LAYOUT" val="a_l"/>
  <p:tag name="KSO_WM_SLIDE_LAYOUT_CNT" val="1_1"/>
  <p:tag name="KSO_WM_TEMPLATE_THUMBS_INDEX" val="1、4、7、12、13、14、15、16、17、18、20、24、25、28、33、36、40、43、44"/>
  <p:tag name="KSO_WM_DIAGRAM_GROUP_CODE" val="l1-1"/>
  <p:tag name="KSO_WM_SLIDE_DIAGTYPE" val="l"/>
  <p:tag name="KSO_WM_SLIDE_SIZE" val="961.049*402.115"/>
  <p:tag name="KSO_WM_SLIDE_POSITION" val="-1.04874*137.885"/>
  <p:tag name="CP_OUTLINE_TITLE" val="技术伦理治理框架"/>
  <p:tag name="CP_OUTLINE_TYPE" val="pt_text"/>
</p:tagLst>
</file>

<file path=ppt/tags/tag332.xml><?xml version="1.0" encoding="utf-8"?>
<p:tagLst xmlns:p="http://schemas.openxmlformats.org/presentationml/2006/main">
  <p:tag name="KSO_WM_UNIT_VALUE" val="1903*1742"/>
  <p:tag name="KSO_WM_UNIT_HIGHLIGHT" val="0"/>
  <p:tag name="KSO_WM_UNIT_COMPATIBLE" val="0"/>
  <p:tag name="KSO_WM_UNIT_DIAGRAM_ISNUMVISUAL" val="0"/>
  <p:tag name="KSO_WM_UNIT_DIAGRAM_ISREFERUNIT" val="0"/>
  <p:tag name="KSO_WM_UNIT_TYPE" val="d"/>
  <p:tag name="KSO_WM_UNIT_INDEX" val="1"/>
  <p:tag name="KSO_WM_UNIT_ID" val="custom20233618_1*d*1"/>
  <p:tag name="KSO_WM_TEMPLATE_CATEGORY" val="custom"/>
  <p:tag name="KSO_WM_TEMPLATE_INDEX" val="20233618"/>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 name="KSO_WM_UNIT_PICTURE_SUBTYPE" val="b"/>
  <p:tag name="MH_PIC_SOURCE_TYPE" val="generate_slide_ai*VCG41N1479287651*gallery_gallery_ai_v2.0.9_ONLINE*37ff37d0c64bb297fa7aaff6b4b4eac2-slide-21"/>
</p:tagLst>
</file>

<file path=ppt/tags/tag33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618_1*a*1"/>
  <p:tag name="KSO_WM_TEMPLATE_CATEGORY" val="custom"/>
  <p:tag name="KSO_WM_TEMPLATE_INDEX" val="20233618"/>
  <p:tag name="KSO_WM_UNIT_LAYERLEVEL" val="1"/>
  <p:tag name="KSO_WM_TAG_VERSION" val="3.0"/>
  <p:tag name="KSO_WM_BEAUTIFY_FLAG" val="#wm#"/>
  <p:tag name="KSO_WM_UNIT_TEXT_TYPE" val="1"/>
  <p:tag name="KSO_WM_UNIT_PRESET_TEXT" val="单击此处添加&#10;标题内容"/>
  <p:tag name="KSO_WM_UNIT_TEXT_FILL_FORE_SCHEMECOLOR_INDEX" val="13"/>
  <p:tag name="KSO_WM_UNIT_TEXT_FILL_TYPE" val="1"/>
  <p:tag name="KSO_WM_UNIT_USESOURCEFORMAT_APPLY" val="1"/>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618_1*i*1"/>
  <p:tag name="KSO_WM_TEMPLATE_CATEGORY" val="custom"/>
  <p:tag name="KSO_WM_TEMPLATE_INDEX" val="20233618"/>
  <p:tag name="KSO_WM_UNIT_LAYERLEVEL" val="1"/>
  <p:tag name="KSO_WM_TAG_VERSION" val="3.0"/>
  <p:tag name="KSO_WM_BEAUTIFY_FLAG" val="#wm#"/>
  <p:tag name="KSO_WM_UNIT_FILL_FORE_SCHEMECOLOR_INDEX" val="5"/>
  <p:tag name="KSO_WM_UNIT_TEXT_FILL_FORE_SCHEMECOLOR_INDEX" val="10"/>
  <p:tag name="KSO_WM_UNIT_TEXT_FILL_TYPE" val="1"/>
  <p:tag name="KSO_WM_UNIT_USESOURCEFORMAT_APPLY" val="1"/>
</p:tagLst>
</file>

<file path=ppt/tags/tag3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3618_1*i*2"/>
  <p:tag name="KSO_WM_TEMPLATE_CATEGORY" val="custom"/>
  <p:tag name="KSO_WM_TEMPLATE_INDEX" val="20233618"/>
  <p:tag name="KSO_WM_UNIT_LAYERLEVEL" val="1"/>
  <p:tag name="KSO_WM_TAG_VERSION" val="3.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33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ID" val="custom20233618_1*c_f*1_1"/>
  <p:tag name="KSO_WM_TEMPLATE_CATEGORY" val="custom"/>
  <p:tag name="KSO_WM_TEMPLATE_INDEX" val="20233618"/>
  <p:tag name="KSO_WM_UNIT_LAYERLEVEL" val="1_1"/>
  <p:tag name="KSO_WM_TAG_VERSION" val="3.0"/>
  <p:tag name="KSO_WM_DIAGRAM_MAX_ITEMCNT" val="4"/>
  <p:tag name="KSO_WM_DIAGRAM_MIN_ITEMCNT" val="1"/>
  <p:tag name="KSO_WM_DIAGRAM_VIRTUALLY_FRAME" val="{&quot;height&quot;:363.3979874882736,&quot;left&quot;:72.7588188976378,&quot;top&quot;:187.8865007007028,&quot;width&quot;:266.63598425196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SUBTYPE" val="a"/>
  <p:tag name="KSO_WM_UNIT_TYPE" val="c_f"/>
  <p:tag name="KSO_WM_UNIT_INDEX" val="1_1"/>
  <p:tag name="KSO_WM_UNIT_VALUE" val="56"/>
  <p:tag name="KSO_WM_DIAGRAM_VERSION" val="3"/>
  <p:tag name="KSO_WM_DIAGRAM_COLOR_TRICK" val="1"/>
  <p:tag name="KSO_WM_DIAGRAM_COLOR_TEXT_CAN_REMOVE" val="n"/>
  <p:tag name="KSO_WM_UNIT_TEXT_FILL_FORE_SCHEMECOLOR_INDEX" val="1"/>
  <p:tag name="KSO_WM_UNIT_TEXT_FILL_TYPE" val="1"/>
  <p:tag name="KSO_WM_UNIT_PRESET_TEXT" val="单击此处添加文本具体内容，简明扼要地阐述您的观点。根据需要可酌情增减文字，以便观者准确地理解您传达的思想。"/>
  <p:tag name="KSO_WM_UNIT_USESOURCEFORMAT_APPLY" val="1"/>
  <p:tag name="KSO_WM_UNIT_TEXT_LAYER_COUNT" val="1"/>
  <p:tag name="KSO_WM_BEAUTIFY_FLAG" val="#wm#"/>
</p:tagLst>
</file>

<file path=ppt/tags/tag33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D" val="custom20233618_1*c_a*1_1"/>
  <p:tag name="KSO_WM_TEMPLATE_CATEGORY" val="custom"/>
  <p:tag name="KSO_WM_TEMPLATE_INDEX" val="20233618"/>
  <p:tag name="KSO_WM_UNIT_LAYERLEVEL" val="1_1"/>
  <p:tag name="KSO_WM_TAG_VERSION" val="3.0"/>
  <p:tag name="KSO_WM_DIAGRAM_MAX_ITEMCNT" val="4"/>
  <p:tag name="KSO_WM_DIAGRAM_MIN_ITEMCNT" val="1"/>
  <p:tag name="KSO_WM_DIAGRAM_VIRTUALLY_FRAME" val="{&quot;height&quot;:363.3979874882736,&quot;left&quot;:72.7588188976378,&quot;top&quot;:187.8865007007028,&quot;width&quot;:266.6359842519685}"/>
  <p:tag name="KSO_WM_DIAGRAM_COLOR_MATCH_VALUE" val="{&quot;shape&quot;:{&quot;fill&quot;:{&quot;gradient&quot;:[{&quot;brightness&quot;:0,&quot;colorType&quot;:1,&quot;foreColorIndex&quot;:5,&quot;pos&quot;:0,&quot;transparency&quot;:0},{&quot;brightness&quot;:0.4000000059604645,&quot;colorType&quot;:1,&quot;foreColorIndex&quot;:5,&quot;pos&quot;:1,&quot;transparency&quot;:0}],&quot;type&quot;:3},&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YPE" val="c_a"/>
  <p:tag name="KSO_WM_UNIT_INDEX" val="1_1"/>
  <p:tag name="KSO_WM_UNIT_VALUE" val="14"/>
  <p:tag name="KSO_WM_DIAGRAM_VERSION" val="3"/>
  <p:tag name="KSO_WM_DIAGRAM_COLOR_TRICK" val="1"/>
  <p:tag name="KSO_WM_DIAGRAM_COLOR_TEXT_CAN_REMOVE" val="n"/>
  <p:tag name="KSO_WM_UNIT_FILL_TYPE" val="3"/>
  <p:tag name="KSO_WM_UNIT_PRESET_TEXT" val="添加标题"/>
  <p:tag name="KSO_WM_UNIT_SHADOW_SCHEMECOLOR_INDEX_BRIGHTNESS" val="0"/>
  <p:tag name="KSO_WM_UNIT_SHADOW_SCHEMECOLOR_INDEX" val="5"/>
  <p:tag name="KSO_WM_UNIT_USESOURCEFORMAT_APPLY" val="1"/>
  <p:tag name="KSO_WM_BEAUTIFY_FLAG" val="#wm#"/>
</p:tagLst>
</file>

<file path=ppt/tags/tag338.xml><?xml version="1.0" encoding="utf-8"?>
<p:tagLst xmlns:p="http://schemas.openxmlformats.org/presentationml/2006/main">
  <p:tag name="KSO_WM_SLIDE_ID" val="custom20233618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361.9*181.5"/>
  <p:tag name="KSO_WM_SLIDE_POSITION" val="72.75*324.2"/>
  <p:tag name="KSO_WM_TAG_VERSION" val="3.0"/>
  <p:tag name="KSO_WM_BEAUTIFY_FLAG" val="#wm#"/>
  <p:tag name="KSO_WM_TEMPLATE_CATEGORY" val="custom"/>
  <p:tag name="KSO_WM_TEMPLATE_INDEX" val="20233618"/>
  <p:tag name="KSO_WM_SLIDE_LAYOUT" val="a_d_c"/>
  <p:tag name="KSO_WM_SLIDE_LAYOUT_CNT" val="1_1_1"/>
  <p:tag name="CP_OUTLINE_TITLE" val="技术伦理治理框架"/>
  <p:tag name="CP_OUTLINE_TYPE" val="pt_text"/>
</p:tagLst>
</file>

<file path=ppt/tags/tag339.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203_2*a*1"/>
  <p:tag name="KSO_WM_TEMPLATE_CATEGORY" val="diagram"/>
  <p:tag name="KSO_WM_TEMPLATE_INDEX" val="20233203"/>
  <p:tag name="KSO_WM_UNIT_LAYERLEVEL" val="1"/>
  <p:tag name="KSO_WM_TAG_VERSION" val="3.0"/>
  <p:tag name="KSO_WM_BEAUTIFY_FLAG" val="#wm#"/>
  <p:tag name="KSO_WM_DIAGRAM_GROUP_CODE" val="l1-1"/>
  <p:tag name="KSO_WM_UNIT_PRESET_TEXT" val="单击此处添加标题"/>
  <p:tag name="KSO_WM_UNIT_TEXT_TYPE" val="1"/>
</p:tagLst>
</file>

<file path=ppt/tags/tag34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2_1"/>
  <p:tag name="KSO_WM_UNIT_ID" val="diagram20233203_2*l_h_i*1_2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34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1_1"/>
  <p:tag name="KSO_WM_UNIT_ID" val="diagram20233203_2*l_h_i*1_1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34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3203_2*l_h_f*1_3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UNIT_VALUE" val="135"/>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添加正文，文字是您思想的提炼，请言简意赅的阐述您的观点。单击此处添加正文，文字是您思想的提炼。单击此处添加正文，文字是您思想的提炼，请言简意赅的阐述您的观点。单击此处添加正文，文字是您思想的提炼。单击此处添加正文，文字是您思想的提炼，请言简意赅的阐述您的观点"/>
  <p:tag name="KSO_WM_UNIT_TEXT_FILL_FORE_SCHEMECOLOR_INDEX" val="1"/>
  <p:tag name="KSO_WM_UNIT_TEXT_FILL_TYPE" val="1"/>
</p:tagLst>
</file>

<file path=ppt/tags/tag34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203_2*l_h_a*1_3_1"/>
  <p:tag name="KSO_WM_TEMPLATE_CATEGORY" val="diagram"/>
  <p:tag name="KSO_WM_TEMPLATE_INDEX" val="20233203"/>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34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3203_2*l_h_f*1_2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UNIT_VALUE" val="140"/>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添加正文内容，文字是您思想的提炼，请言简意赅的阐述您的观点。单击此处添加正文，文字是您思想的提炼。单击此处添加正文，文字是您思想的提炼，请言简意赅的阐述您的观点。单击此处添加正文，文字是您思想的提炼。单击此处添加正文，文字是您思想的提炼，请言简意赅的阐述您的观点"/>
  <p:tag name="KSO_WM_UNIT_TEXT_FILL_FORE_SCHEMECOLOR_INDEX" val="1"/>
  <p:tag name="KSO_WM_UNIT_TEXT_FILL_TYPE" val="1"/>
</p:tagLst>
</file>

<file path=ppt/tags/tag34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203_2*l_h_a*1_2_1"/>
  <p:tag name="KSO_WM_TEMPLATE_CATEGORY" val="diagram"/>
  <p:tag name="KSO_WM_TEMPLATE_INDEX" val="20233203"/>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34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3203_2*l_h_f*1_1_1"/>
  <p:tag name="KSO_WM_TEMPLATE_CATEGORY" val="diagram"/>
  <p:tag name="KSO_WM_TEMPLATE_INDEX" val="20233203"/>
  <p:tag name="KSO_WM_UNIT_LAYERLEVEL" val="1_1_1"/>
  <p:tag name="KSO_WM_TAG_VERSION" val="3.0"/>
  <p:tag name="KSO_WM_UNIT_VALUE" val="14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添加内容，文字是您思想的提炼，请言简意赅的阐述您的观点。单击添加正文，文字是您思想的提炼。单击此处添加正文，文字是您思想的提炼，请言简意赅的阐述您的观点。单击添加正文，文字是您思想的提炼。单击此处添加正文，文字是您思想的提炼，请言简意赅的阐述您的观点"/>
  <p:tag name="KSO_WM_UNIT_TEXT_FILL_FORE_SCHEMECOLOR_INDEX" val="1"/>
  <p:tag name="KSO_WM_UNIT_TEXT_FILL_TYPE" val="1"/>
</p:tagLst>
</file>

<file path=ppt/tags/tag34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203_2*l_h_a*1_1_1"/>
  <p:tag name="KSO_WM_TEMPLATE_CATEGORY" val="diagram"/>
  <p:tag name="KSO_WM_TEMPLATE_INDEX" val="20233203"/>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34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3_1"/>
  <p:tag name="KSO_WM_UNIT_ID" val="diagram20233203_2*l_h_i*1_3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34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x"/>
  <p:tag name="KSO_WM_UNIT_INDEX" val="1_2_1"/>
  <p:tag name="KSO_WM_UNIT_ID" val="diagram20233203_2*l_h_x*1_2_1"/>
  <p:tag name="KSO_WM_TEMPLATE_CATEGORY" val="diagram"/>
  <p:tag name="KSO_WM_TEMPLATE_INDEX" val="20233203"/>
  <p:tag name="KSO_WM_UNIT_LAYERLEVEL" val="1_1_1"/>
  <p:tag name="KSO_WM_TAG_VERSION" val="3.0"/>
  <p:tag name="KSO_WM_UNIT_VALUE" val="108*108"/>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35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x"/>
  <p:tag name="KSO_WM_UNIT_INDEX" val="1_1_1"/>
  <p:tag name="KSO_WM_UNIT_ID" val="diagram20233203_2*l_h_x*1_1_1"/>
  <p:tag name="KSO_WM_TEMPLATE_CATEGORY" val="diagram"/>
  <p:tag name="KSO_WM_TEMPLATE_INDEX" val="20233203"/>
  <p:tag name="KSO_WM_UNIT_LAYERLEVEL" val="1_1_1"/>
  <p:tag name="KSO_WM_TAG_VERSION" val="3.0"/>
  <p:tag name="KSO_WM_UNIT_VALUE" val="100*108"/>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35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x"/>
  <p:tag name="KSO_WM_UNIT_INDEX" val="1_3_1"/>
  <p:tag name="KSO_WM_UNIT_ID" val="diagram20233203_2*l_h_x*1_3_1"/>
  <p:tag name="KSO_WM_TEMPLATE_CATEGORY" val="diagram"/>
  <p:tag name="KSO_WM_TEMPLATE_INDEX" val="20233203"/>
  <p:tag name="KSO_WM_UNIT_LAYERLEVEL" val="1_1_1"/>
  <p:tag name="KSO_WM_TAG_VERSION" val="3.0"/>
  <p:tag name="KSO_WM_UNIT_VALUE" val="108*108"/>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352.xml><?xml version="1.0" encoding="utf-8"?>
<p:tagLst xmlns:p="http://schemas.openxmlformats.org/presentationml/2006/main">
  <p:tag name="KSO_WM_SLIDE_ID" val="diagram20233203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3203"/>
  <p:tag name="KSO_WM_SLIDE_TYPE" val="text"/>
  <p:tag name="KSO_WM_SLIDE_SUBTYPE" val="diag"/>
  <p:tag name="KSO_WM_SLIDE_SIZE" val="835.572*361.7"/>
  <p:tag name="KSO_WM_SLIDE_POSITION" val="62.1266*132.9"/>
  <p:tag name="KSO_WM_SLIDE_LAYOUT" val="a_l"/>
  <p:tag name="KSO_WM_SLIDE_LAYOUT_CNT" val="1_1"/>
  <p:tag name="KSO_WM_SPECIAL_SOURCE" val="bdnull"/>
  <p:tag name="KSO_WM_DIAGRAM_GROUP_CODE" val="l1-1"/>
  <p:tag name="KSO_WM_SLIDE_DIAGTYPE" val="l"/>
  <p:tag name="CP_OUTLINE_TITLE" val="产业政策协同创新"/>
  <p:tag name="CP_OUTLINE_TYPE" val="pt_text"/>
</p:tagLst>
</file>

<file path=ppt/tags/tag3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3600_1*d*1"/>
  <p:tag name="KSO_WM_TEMPLATE_CATEGORY" val="custom"/>
  <p:tag name="KSO_WM_TEMPLATE_INDEX" val="20233600"/>
  <p:tag name="KSO_WM_UNIT_LAYERLEVEL" val="1"/>
  <p:tag name="KSO_WM_TAG_VERSION" val="3.0"/>
  <p:tag name="KSO_WM_BEAUTIFY_FLAG" val="#wm#"/>
  <p:tag name="KSO_WM_UNIT_VALUE" val="1904*3384"/>
  <p:tag name="KSO_WM_UNIT_PICTURE_SUBTYPE" val="a"/>
  <p:tag name="MH_PIC_SOURCE_TYPE" val="generate_slide_ai*VCG41N1311146200*gallery_gallery_ai_v2.0.9_ONLINE*37ff37d0c64bb297fa7aaff6b4b4eac2-slide-23"/>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3600_1*i*2"/>
  <p:tag name="KSO_WM_TEMPLATE_CATEGORY" val="custom"/>
  <p:tag name="KSO_WM_TEMPLATE_INDEX" val="20233600"/>
  <p:tag name="KSO_WM_UNIT_LAYERLEVEL" val="1"/>
  <p:tag name="KSO_WM_TAG_VERSION" val="3.0"/>
  <p:tag name="KSO_WM_BEAUTIFY_FLAG" val="#wm#"/>
</p:tagLst>
</file>

<file path=ppt/tags/tag35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3600_1*a*1"/>
  <p:tag name="KSO_WM_TEMPLATE_CATEGORY" val="custom"/>
  <p:tag name="KSO_WM_TEMPLATE_INDEX" val="20233600"/>
  <p:tag name="KSO_WM_UNIT_LAYERLEVEL" val="1"/>
  <p:tag name="KSO_WM_TAG_VERSION" val="3.0"/>
  <p:tag name="KSO_WM_BEAUTIFY_FLAG" val="#wm#"/>
  <p:tag name="KSO_WM_DIAGRAM_GROUP_CODE" val="l1-1"/>
  <p:tag name="KSO_WM_UNIT_PRESET_TEXT" val="单击此处添加标题"/>
  <p:tag name="KSO_WM_UNIT_TEXT_TYPE" val="1"/>
</p:tagLst>
</file>

<file path=ppt/tags/tag35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660_2*l_h_f*1_2_1"/>
  <p:tag name="KSO_WM_TEMPLATE_CATEGORY" val="diagram"/>
  <p:tag name="KSO_WM_TEMPLATE_INDEX" val="20233660"/>
  <p:tag name="KSO_WM_UNIT_LAYERLEVEL" val="1_1_1"/>
  <p:tag name="KSO_WM_TAG_VERSION" val="3.0"/>
  <p:tag name="KSO_WM_UNIT_TEXT_FILL_FORE_SCHEMECOLOR_INDEX_BRIGHTNESS" val="0.3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TEXT_TYPE" val="1"/>
  <p:tag name="KSO_WM_DIAGRAM_VERSION" val="3"/>
  <p:tag name="KSO_WM_DIAGRAM_COLOR_TRICK" val="2"/>
  <p:tag name="KSO_WM_DIAGRAM_COLOR_TEXT_CAN_REMOVE" val="n"/>
  <p:tag name="KSO_WM_UNIT_TEXT_LAYER_COUNT" val="1"/>
  <p:tag name="KSO_WM_BEAUTIFY_FLAG" val="#wm#"/>
  <p:tag name="KSO_WM_UNIT_PRESET_TEXT" val="单击此处添加文本具体内容，简明阐述您的观点。根据需要可增减文字，以便观者准确理解您传达的思想。单击此处添加文本具体内容简明地阐述您的观点。"/>
  <p:tag name="KSO_WM_UNIT_TEXT_FILL_FORE_SCHEMECOLOR_INDEX" val="1"/>
  <p:tag name="KSO_WM_UNIT_TEXT_FILL_TYPE" val="1"/>
</p:tagLst>
</file>

<file path=ppt/tags/tag35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660_2*l_h_a*1_2_1"/>
  <p:tag name="KSO_WM_TEMPLATE_CATEGORY" val="diagram"/>
  <p:tag name="KSO_WM_TEMPLATE_INDEX" val="20233660"/>
  <p:tag name="KSO_WM_UNIT_LAYERLEVEL" val="1_1_1"/>
  <p:tag name="KSO_WM_TAG_VERSION" val="3.0"/>
  <p:tag name="KSO_WM_UNIT_TEXT_FILL_FORE_SCHEMECOLOR_INDEX_BRIGHTNESS" val="0.1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TEXT_TYPE" val="1"/>
  <p:tag name="KSO_WM_DIAGRAM_VERSION" val="3"/>
  <p:tag name="KSO_WM_DIAGRAM_COLOR_TRICK" val="2"/>
  <p:tag name="KSO_WM_DIAGRAM_COLOR_TEXT_CAN_REMOVE" val="n"/>
  <p:tag name="KSO_WM_BEAUTIFY_FLAG" val="#wm#"/>
  <p:tag name="KSO_WM_UNIT_PRESET_TEXT" val="单击此处添加标题"/>
  <p:tag name="KSO_WM_UNIT_TEXT_FILL_FORE_SCHEMECOLOR_INDEX" val="1"/>
  <p:tag name="KSO_WM_UNIT_TEXT_FILL_TYPE" val="1"/>
</p:tagLst>
</file>

<file path=ppt/tags/tag35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660_2*l_h_f*1_3_1"/>
  <p:tag name="KSO_WM_TEMPLATE_CATEGORY" val="diagram"/>
  <p:tag name="KSO_WM_TEMPLATE_INDEX" val="20233660"/>
  <p:tag name="KSO_WM_UNIT_LAYERLEVEL" val="1_1_1"/>
  <p:tag name="KSO_WM_TAG_VERSION" val="3.0"/>
  <p:tag name="KSO_WM_UNIT_TEXT_FILL_FORE_SCHEMECOLOR_INDEX_BRIGHTNESS" val="0.3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TEXT_TYPE" val="1"/>
  <p:tag name="KSO_WM_DIAGRAM_VERSION" val="3"/>
  <p:tag name="KSO_WM_DIAGRAM_COLOR_TRICK" val="2"/>
  <p:tag name="KSO_WM_DIAGRAM_COLOR_TEXT_CAN_REMOVE" val="n"/>
  <p:tag name="KSO_WM_UNIT_TEXT_LAYER_COUNT" val="1"/>
  <p:tag name="KSO_WM_BEAUTIFY_FLAG" val="#wm#"/>
  <p:tag name="KSO_WM_UNIT_PRESET_TEXT" val="单击此处添加文本内容，简明阐述您的观点。根据需要可增减文字，以便观者准确理解您传达的思想。单击此处添加文本具体内容简明地阐述您的观点。"/>
  <p:tag name="KSO_WM_UNIT_TEXT_FILL_FORE_SCHEMECOLOR_INDEX" val="1"/>
  <p:tag name="KSO_WM_UNIT_TEXT_FILL_TYPE" val="1"/>
</p:tagLst>
</file>

<file path=ppt/tags/tag35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660_2*l_h_a*1_3_1"/>
  <p:tag name="KSO_WM_TEMPLATE_CATEGORY" val="diagram"/>
  <p:tag name="KSO_WM_TEMPLATE_INDEX" val="20233660"/>
  <p:tag name="KSO_WM_UNIT_LAYERLEVEL" val="1_1_1"/>
  <p:tag name="KSO_WM_TAG_VERSION" val="3.0"/>
  <p:tag name="KSO_WM_UNIT_TEXT_FILL_FORE_SCHEMECOLOR_INDEX_BRIGHTNESS" val="0.1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TEXT_TYPE" val="1"/>
  <p:tag name="KSO_WM_DIAGRAM_VERSION" val="3"/>
  <p:tag name="KSO_WM_DIAGRAM_COLOR_TRICK" val="2"/>
  <p:tag name="KSO_WM_DIAGRAM_COLOR_TEXT_CAN_REMOVE" val="n"/>
  <p:tag name="KSO_WM_BEAUTIFY_FLAG" val="#wm#"/>
  <p:tag name="KSO_WM_UNIT_PRESET_TEXT" val="单击此处添加标题"/>
  <p:tag name="KSO_WM_UNIT_TEXT_FILL_FORE_SCHEMECOLOR_INDEX" val="1"/>
  <p:tag name="KSO_WM_UNIT_TEXT_FILL_TYPE" val="1"/>
</p:tagLst>
</file>

<file path=ppt/tags/tag36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660_2*l_h_f*1_1_1"/>
  <p:tag name="KSO_WM_TEMPLATE_CATEGORY" val="diagram"/>
  <p:tag name="KSO_WM_TEMPLATE_INDEX" val="20233660"/>
  <p:tag name="KSO_WM_UNIT_LAYERLEVEL" val="1_1_1"/>
  <p:tag name="KSO_WM_TAG_VERSION" val="3.0"/>
  <p:tag name="KSO_WM_UNIT_TEXT_FILL_FORE_SCHEMECOLOR_INDEX_BRIGHTNESS" val="0.3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TEXT_TYPE" val="1"/>
  <p:tag name="KSO_WM_DIAGRAM_VERSION" val="3"/>
  <p:tag name="KSO_WM_DIAGRAM_COLOR_TRICK" val="2"/>
  <p:tag name="KSO_WM_DIAGRAM_COLOR_TEXT_CAN_REMOVE" val="n"/>
  <p:tag name="KSO_WM_UNIT_TEXT_LAYER_COUNT" val="1"/>
  <p:tag name="KSO_WM_BEAUTIFY_FLAG" val="#wm#"/>
  <p:tag name="KSO_WM_UNIT_PRESET_TEXT" val="单击此处添加文本，简明阐述您的观点。根据需要可增减文字，以便观者准确理解您传达的思想。单击此处添加文本具体内容简明地阐述您的观点。"/>
  <p:tag name="KSO_WM_UNIT_TEXT_FILL_FORE_SCHEMECOLOR_INDEX" val="1"/>
  <p:tag name="KSO_WM_UNIT_TEXT_FILL_TYPE" val="1"/>
</p:tagLst>
</file>

<file path=ppt/tags/tag36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660_2*l_h_a*1_1_1"/>
  <p:tag name="KSO_WM_TEMPLATE_CATEGORY" val="diagram"/>
  <p:tag name="KSO_WM_TEMPLATE_INDEX" val="20233660"/>
  <p:tag name="KSO_WM_UNIT_LAYERLEVEL" val="1_1_1"/>
  <p:tag name="KSO_WM_TAG_VERSION" val="3.0"/>
  <p:tag name="KSO_WM_UNIT_TEXT_FILL_FORE_SCHEMECOLOR_INDEX_BRIGHTNESS" val="0.1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TEXT_TYPE" val="1"/>
  <p:tag name="KSO_WM_DIAGRAM_VERSION" val="3"/>
  <p:tag name="KSO_WM_DIAGRAM_COLOR_TRICK" val="2"/>
  <p:tag name="KSO_WM_DIAGRAM_COLOR_TEXT_CAN_REMOVE" val="n"/>
  <p:tag name="KSO_WM_BEAUTIFY_FLAG" val="#wm#"/>
  <p:tag name="KSO_WM_UNIT_PRESET_TEXT" val="单击此处添加标题"/>
  <p:tag name="KSO_WM_UNIT_TEXT_FILL_FORE_SCHEMECOLOR_INDEX" val="1"/>
  <p:tag name="KSO_WM_UNIT_TEXT_FILL_TYPE" val="1"/>
</p:tagLst>
</file>

<file path=ppt/tags/tag36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i"/>
  <p:tag name="KSO_WM_UNIT_INDEX" val="1_1_1"/>
  <p:tag name="KSO_WM_UNIT_ID" val="diagram20233660_2*l_h_i*1_1_1"/>
  <p:tag name="KSO_WM_TEMPLATE_CATEGORY" val="diagram"/>
  <p:tag name="KSO_WM_TEMPLATE_INDEX" val="20233660"/>
  <p:tag name="KSO_WM_UNIT_LAYERLEVEL" val="1_1_1"/>
  <p:tag name="KSO_WM_TAG_VERSION" val="3.0"/>
  <p:tag name="KSO_WM_UNIT_TEXT_FILL_FORE_SCHEMECOLOR_INDEX_BRIGHTNESS" val="0.1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SUBTYPE" val="d"/>
  <p:tag name="KSO_WM_DIAGRAM_VERSION" val="3"/>
  <p:tag name="KSO_WM_DIAGRAM_COLOR_TRICK" val="2"/>
  <p:tag name="KSO_WM_DIAGRAM_COLOR_TEXT_CAN_REMOVE" val="n"/>
  <p:tag name="KSO_WM_BEAUTIFY_FLAG" val="#wm#"/>
  <p:tag name="KSO_WM_UNIT_TEXT_FILL_FORE_SCHEMECOLOR_INDEX" val="1"/>
  <p:tag name="KSO_WM_UNIT_TEXT_FILL_TYPE" val="1"/>
</p:tagLst>
</file>

<file path=ppt/tags/tag36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i"/>
  <p:tag name="KSO_WM_UNIT_INDEX" val="1_2_1"/>
  <p:tag name="KSO_WM_UNIT_ID" val="diagram20233660_2*l_h_i*1_2_1"/>
  <p:tag name="KSO_WM_TEMPLATE_CATEGORY" val="diagram"/>
  <p:tag name="KSO_WM_TEMPLATE_INDEX" val="20233660"/>
  <p:tag name="KSO_WM_UNIT_LAYERLEVEL" val="1_1_1"/>
  <p:tag name="KSO_WM_TAG_VERSION" val="3.0"/>
  <p:tag name="KSO_WM_UNIT_TEXT_FILL_FORE_SCHEMECOLOR_INDEX_BRIGHTNESS" val="0.1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SUBTYPE" val="d"/>
  <p:tag name="KSO_WM_DIAGRAM_VERSION" val="3"/>
  <p:tag name="KSO_WM_DIAGRAM_COLOR_TRICK" val="2"/>
  <p:tag name="KSO_WM_DIAGRAM_COLOR_TEXT_CAN_REMOVE" val="n"/>
  <p:tag name="KSO_WM_BEAUTIFY_FLAG" val="#wm#"/>
  <p:tag name="KSO_WM_UNIT_TEXT_FILL_FORE_SCHEMECOLOR_INDEX" val="1"/>
  <p:tag name="KSO_WM_UNIT_TEXT_FILL_TYPE" val="1"/>
</p:tagLst>
</file>

<file path=ppt/tags/tag36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i"/>
  <p:tag name="KSO_WM_UNIT_INDEX" val="1_3_1"/>
  <p:tag name="KSO_WM_UNIT_ID" val="diagram20233660_2*l_h_i*1_3_1"/>
  <p:tag name="KSO_WM_TEMPLATE_CATEGORY" val="diagram"/>
  <p:tag name="KSO_WM_TEMPLATE_INDEX" val="20233660"/>
  <p:tag name="KSO_WM_UNIT_LAYERLEVEL" val="1_1_1"/>
  <p:tag name="KSO_WM_TAG_VERSION" val="3.0"/>
  <p:tag name="KSO_WM_UNIT_TEXT_FILL_FORE_SCHEMECOLOR_INDEX_BRIGHTNESS" val="0.15"/>
  <p:tag name="KSO_WM_DIAGRAM_GROUP_CODE" val="l1-1"/>
  <p:tag name="KSO_WM_DIAGRAM_MAX_ITEMCNT" val="3"/>
  <p:tag name="KSO_WM_DIAGRAM_MIN_ITEMCNT" val="2"/>
  <p:tag name="KSO_WM_DIAGRAM_VIRTUALLY_FRAME" val="{&quot;height&quot;:113.5999984741211,&quot;width&quot;:836.7168579101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SUBTYPE" val="d"/>
  <p:tag name="KSO_WM_DIAGRAM_VERSION" val="3"/>
  <p:tag name="KSO_WM_DIAGRAM_COLOR_TRICK" val="2"/>
  <p:tag name="KSO_WM_DIAGRAM_COLOR_TEXT_CAN_REMOVE" val="n"/>
  <p:tag name="KSO_WM_BEAUTIFY_FLAG" val="#wm#"/>
  <p:tag name="KSO_WM_UNIT_TEXT_FILL_FORE_SCHEMECOLOR_INDEX" val="1"/>
  <p:tag name="KSO_WM_UNIT_TEXT_FILL_TYPE" val="1"/>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660_2*l_h_i*1_1_2"/>
  <p:tag name="KSO_WM_TEMPLATE_CATEGORY" val="diagram"/>
  <p:tag name="KSO_WM_TEMPLATE_INDEX" val="20233660"/>
  <p:tag name="KSO_WM_UNIT_LAYERLEVEL" val="1_1_1"/>
  <p:tag name="KSO_WM_TAG_VERSION" val="3.0"/>
  <p:tag name="KSO_WM_UNIT_TYPE" val="l_h_i"/>
  <p:tag name="KSO_WM_UNIT_INDEX" val="1_1_2"/>
  <p:tag name="KSO_WM_DIAGRAM_VERSION" val="3"/>
  <p:tag name="KSO_WM_DIAGRAM_COLOR_TRICK" val="2"/>
  <p:tag name="KSO_WM_DIAGRAM_COLOR_TEXT_CAN_REMOVE" val="n"/>
  <p:tag name="KSO_WM_DIAGRAM_MAX_ITEMCNT" val="3"/>
  <p:tag name="KSO_WM_DIAGRAM_MIN_ITEMCNT" val="2"/>
  <p:tag name="KSO_WM_DIAGRAM_VIRTUALLY_FRAME" val="{&quot;height&quot;:113.5999984741211,&quot;width&quot;:836.716857910156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660_2*l_h_i*1_2_2"/>
  <p:tag name="KSO_WM_TEMPLATE_CATEGORY" val="diagram"/>
  <p:tag name="KSO_WM_TEMPLATE_INDEX" val="20233660"/>
  <p:tag name="KSO_WM_UNIT_LAYERLEVEL" val="1_1_1"/>
  <p:tag name="KSO_WM_TAG_VERSION" val="3.0"/>
  <p:tag name="KSO_WM_UNIT_TYPE" val="l_h_i"/>
  <p:tag name="KSO_WM_UNIT_INDEX" val="1_2_2"/>
  <p:tag name="KSO_WM_DIAGRAM_VERSION" val="3"/>
  <p:tag name="KSO_WM_DIAGRAM_COLOR_TRICK" val="2"/>
  <p:tag name="KSO_WM_DIAGRAM_COLOR_TEXT_CAN_REMOVE" val="n"/>
  <p:tag name="KSO_WM_DIAGRAM_MAX_ITEMCNT" val="3"/>
  <p:tag name="KSO_WM_DIAGRAM_MIN_ITEMCNT" val="2"/>
  <p:tag name="KSO_WM_DIAGRAM_VIRTUALLY_FRAME" val="{&quot;height&quot;:113.5999984741211,&quot;width&quot;:836.7168579101562}"/>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6"/>
  <p:tag name="KSO_WM_UNIT_FILL_FORE_SCHEMECOLOR_INDEX_BRIGHTNESS" val="0"/>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660_2*l_h_i*1_3_2"/>
  <p:tag name="KSO_WM_TEMPLATE_CATEGORY" val="diagram"/>
  <p:tag name="KSO_WM_TEMPLATE_INDEX" val="20233660"/>
  <p:tag name="KSO_WM_UNIT_LAYERLEVEL" val="1_1_1"/>
  <p:tag name="KSO_WM_TAG_VERSION" val="3.0"/>
  <p:tag name="KSO_WM_UNIT_TYPE" val="l_h_i"/>
  <p:tag name="KSO_WM_UNIT_INDEX" val="1_3_2"/>
  <p:tag name="KSO_WM_DIAGRAM_VERSION" val="3"/>
  <p:tag name="KSO_WM_DIAGRAM_COLOR_TRICK" val="2"/>
  <p:tag name="KSO_WM_DIAGRAM_COLOR_TEXT_CAN_REMOVE" val="n"/>
  <p:tag name="KSO_WM_DIAGRAM_MAX_ITEMCNT" val="3"/>
  <p:tag name="KSO_WM_DIAGRAM_MIN_ITEMCNT" val="2"/>
  <p:tag name="KSO_WM_DIAGRAM_VIRTUALLY_FRAME" val="{&quot;height&quot;:113.5999984741211,&quot;width&quot;:836.716857910156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368.xml><?xml version="1.0" encoding="utf-8"?>
<p:tagLst xmlns:p="http://schemas.openxmlformats.org/presentationml/2006/main">
  <p:tag name="KSO_WM_SLIDE_ID" val="custom20233600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3600"/>
  <p:tag name="KSO_WM_SLIDE_TYPE" val="text"/>
  <p:tag name="KSO_WM_SLIDE_SUBTYPE" val="picTxt"/>
  <p:tag name="KSO_WM_SLIDE_SIZE" val="836.717*113.503"/>
  <p:tag name="KSO_WM_SLIDE_POSITION" val="95.3*366.497"/>
  <p:tag name="KSO_WM_SLIDE_LAYOUT" val="a_d_l"/>
  <p:tag name="KSO_WM_SLIDE_LAYOUT_CNT" val="1_1_1"/>
  <p:tag name="KSO_WM_SPECIAL_SOURCE" val="bdnull"/>
  <p:tag name="KSO_WM_DIAGRAM_GROUP_CODE" val="l1-1"/>
  <p:tag name="KSO_WM_SLIDE_DIAGTYPE" val="l"/>
  <p:tag name="CP_OUTLINE_TITLE" val="全球化发展新路径"/>
  <p:tag name="CP_OUTLINE_TYPE" val="pt_text"/>
</p:tagLst>
</file>

<file path=ppt/tags/tag369.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30314_9*a*1"/>
  <p:tag name="KSO_WM_TEMPLATE_CATEGORY" val="custom"/>
  <p:tag name="KSO_WM_TEMPLATE_INDEX" val="20230314"/>
  <p:tag name="KSO_WM_UNIT_LAYERLEVEL" val="1"/>
  <p:tag name="KSO_WM_TAG_VERSION" val="3.0"/>
  <p:tag name="KSO_WM_BEAUTIFY_FLAG" val="#wm#"/>
</p:tagLst>
</file>

<file path=ppt/tags/tag370.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9*f*1"/>
  <p:tag name="KSO_WM_TEMPLATE_CATEGORY" val="custom"/>
  <p:tag name="KSO_WM_TEMPLATE_INDEX" val="20230314"/>
  <p:tag name="KSO_WM_UNIT_LAYERLEVEL" val="1"/>
  <p:tag name="KSO_WM_TAG_VERSION" val="3.0"/>
  <p:tag name="KSO_WM_BEAUTIFY_FLAG" val="#wm#"/>
</p:tagLst>
</file>

<file path=ppt/tags/tag371.xml><?xml version="1.0" encoding="utf-8"?>
<p:tagLst xmlns:p="http://schemas.openxmlformats.org/presentationml/2006/main">
  <p:tag name="KSO_WM_SLIDE_ID" val="custom20230314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0314"/>
  <p:tag name="KSO_WM_SLIDE_TYPE" val="endPage"/>
  <p:tag name="KSO_WM_SLIDE_SUBTYPE" val="pureTxt"/>
  <p:tag name="KSO_WM_SLIDE_LAYOUT" val="a_f"/>
  <p:tag name="KSO_WM_SLIDE_LAYOUT_CNT" val="1_1"/>
  <p:tag name="KSO_WM_SPECIAL_SOURCE" val="bdnull"/>
  <p:tag name="KSO_WM_SLIDE_CONTENT_AREA" val="{&quot;left&quot;:&quot;173.7&quot;,&quot;top&quot;:&quot;78.5&quot;,&quot;width&quot;:&quot;702.55&quot;,&quot;height&quot;:&quot;350.15&quot;}"/>
  <p:tag name="CP_OUTLINE_TITLE" val="谢谢"/>
  <p:tag name="CP_OUTLINE_TYPE" val="pt_end"/>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spect">
      <a:maj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23">
      <a:dk1>
        <a:srgbClr val="000000"/>
      </a:dk1>
      <a:lt1>
        <a:srgbClr val="FFFFFF"/>
      </a:lt1>
      <a:dk2>
        <a:srgbClr val="011163"/>
      </a:dk2>
      <a:lt2>
        <a:srgbClr val="FFFFFF"/>
      </a:lt2>
      <a:accent1>
        <a:srgbClr val="4864FC"/>
      </a:accent1>
      <a:accent2>
        <a:srgbClr val="6C5EDE"/>
      </a:accent2>
      <a:accent3>
        <a:srgbClr val="9059BF"/>
      </a:accent3>
      <a:accent4>
        <a:srgbClr val="B453A1"/>
      </a:accent4>
      <a:accent5>
        <a:srgbClr val="D84E82"/>
      </a:accent5>
      <a:accent6>
        <a:srgbClr val="FC4864"/>
      </a:accent6>
      <a:hlink>
        <a:srgbClr val="0563C1"/>
      </a:hlink>
      <a:folHlink>
        <a:srgbClr val="954D72"/>
      </a:folHlink>
    </a:clrScheme>
    <a:fontScheme name="自定义 18">
      <a:majorFont>
        <a:latin typeface="MiSans Heavy"/>
        <a:ea typeface="MiSans Heavy"/>
        <a:cs typeface=""/>
      </a:majorFont>
      <a:minorFont>
        <a:latin typeface="MiSans Normal"/>
        <a:ea typeface="MiSans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自定义 23">
      <a:dk1>
        <a:srgbClr val="000000"/>
      </a:dk1>
      <a:lt1>
        <a:srgbClr val="FFFFFF"/>
      </a:lt1>
      <a:dk2>
        <a:srgbClr val="011163"/>
      </a:dk2>
      <a:lt2>
        <a:srgbClr val="FFFFFF"/>
      </a:lt2>
      <a:accent1>
        <a:srgbClr val="4864FC"/>
      </a:accent1>
      <a:accent2>
        <a:srgbClr val="6C5EDE"/>
      </a:accent2>
      <a:accent3>
        <a:srgbClr val="9059BF"/>
      </a:accent3>
      <a:accent4>
        <a:srgbClr val="B453A1"/>
      </a:accent4>
      <a:accent5>
        <a:srgbClr val="D84E82"/>
      </a:accent5>
      <a:accent6>
        <a:srgbClr val="FC4864"/>
      </a:accent6>
      <a:hlink>
        <a:srgbClr val="0563C1"/>
      </a:hlink>
      <a:folHlink>
        <a:srgbClr val="954D72"/>
      </a:folHlink>
    </a:clrScheme>
    <a:fontScheme name="自定义 18">
      <a:majorFont>
        <a:latin typeface="MiSans Heavy"/>
        <a:ea typeface="MiSans Heavy"/>
        <a:cs typeface=""/>
      </a:majorFont>
      <a:minorFont>
        <a:latin typeface="MiSans Normal"/>
        <a:ea typeface="MiSans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自定义 23">
      <a:dk1>
        <a:srgbClr val="000000"/>
      </a:dk1>
      <a:lt1>
        <a:srgbClr val="FFFFFF"/>
      </a:lt1>
      <a:dk2>
        <a:srgbClr val="011163"/>
      </a:dk2>
      <a:lt2>
        <a:srgbClr val="FFFFFF"/>
      </a:lt2>
      <a:accent1>
        <a:srgbClr val="4864FC"/>
      </a:accent1>
      <a:accent2>
        <a:srgbClr val="6C5EDE"/>
      </a:accent2>
      <a:accent3>
        <a:srgbClr val="9059BF"/>
      </a:accent3>
      <a:accent4>
        <a:srgbClr val="B453A1"/>
      </a:accent4>
      <a:accent5>
        <a:srgbClr val="D84E82"/>
      </a:accent5>
      <a:accent6>
        <a:srgbClr val="FC4864"/>
      </a:accent6>
      <a:hlink>
        <a:srgbClr val="0563C1"/>
      </a:hlink>
      <a:folHlink>
        <a:srgbClr val="954D72"/>
      </a:folHlink>
    </a:clrScheme>
    <a:fontScheme name="自定义 18">
      <a:majorFont>
        <a:latin typeface="MiSans Heavy"/>
        <a:ea typeface="MiSans Heavy"/>
        <a:cs typeface=""/>
      </a:majorFont>
      <a:minorFont>
        <a:latin typeface="MiSans Normal"/>
        <a:ea typeface="MiSans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3640</Words>
  <Application>WPS Office WWO_wpscloud_20250319220634-bbde9b6bd9</Application>
  <PresentationFormat>宽屏</PresentationFormat>
  <Paragraphs>275</Paragraphs>
  <Slides>25</Slides>
  <Notes>0</Notes>
  <HiddenSlides>0</HiddenSlides>
  <MMClips>0</MMClips>
  <ScaleCrop>false</ScaleCrop>
  <HeadingPairs>
    <vt:vector size="6" baseType="variant">
      <vt:variant>
        <vt:lpstr>已用的字体</vt:lpstr>
      </vt:variant>
      <vt:variant>
        <vt:i4>10</vt:i4>
      </vt:variant>
      <vt:variant>
        <vt:lpstr>主题</vt:lpstr>
      </vt:variant>
      <vt:variant>
        <vt:i4>4</vt:i4>
      </vt:variant>
      <vt:variant>
        <vt:lpstr>幻灯片标题</vt:lpstr>
      </vt:variant>
      <vt:variant>
        <vt:i4>25</vt:i4>
      </vt:variant>
    </vt:vector>
  </HeadingPairs>
  <TitlesOfParts>
    <vt:vector size="39" baseType="lpstr">
      <vt:lpstr>Arial</vt:lpstr>
      <vt:lpstr>宋体</vt:lpstr>
      <vt:lpstr>Wingdings</vt:lpstr>
      <vt:lpstr>微软雅黑</vt:lpstr>
      <vt:lpstr>汉仪旗黑KW 55S</vt:lpstr>
      <vt:lpstr>汉仪书宋二KW</vt:lpstr>
      <vt:lpstr>Kingsoft Confetti</vt:lpstr>
      <vt:lpstr>MiSans Normal</vt:lpstr>
      <vt:lpstr>Wingdings</vt:lpstr>
      <vt:lpstr>MiSans Heavy</vt:lpstr>
      <vt:lpstr>Office 主题</vt:lpstr>
      <vt:lpstr>1_Office 主题</vt:lpstr>
      <vt:lpstr>2_Office 主题</vt:lpstr>
      <vt:lpstr>3_Office 主题</vt:lpstr>
      <vt:lpstr>DeepSeek：中国人工智能产业的变革力量</vt:lpstr>
      <vt:lpstr>目录</vt:lpstr>
      <vt:lpstr>技术突破与范式创新</vt:lpstr>
      <vt:lpstr>低成本高性能的颠覆性突破</vt:lpstr>
      <vt:lpstr>开源模式重构产业生态</vt:lpstr>
      <vt:lpstr>全国产化技术栈构建</vt:lpstr>
      <vt:lpstr>行业应用深度渗透</vt:lpstr>
      <vt:lpstr>智慧港口效率革命</vt:lpstr>
      <vt:lpstr>金融行业智能跃迁</vt:lpstr>
      <vt:lpstr>医疗诊断精准升级</vt:lpstr>
      <vt:lpstr>教育领域认知革命</vt:lpstr>
      <vt:lpstr>产业生态重构路径</vt:lpstr>
      <vt:lpstr>算力基础设施重构</vt:lpstr>
      <vt:lpstr>数据要素价值释放</vt:lpstr>
      <vt:lpstr>开发者生态培育</vt:lpstr>
      <vt:lpstr>国际竞争格局演变</vt:lpstr>
      <vt:lpstr>全球资本流向变革</vt:lpstr>
      <vt:lpstr>技术标准话语权争夺</vt:lpstr>
      <vt:lpstr>全球产业链重构</vt:lpstr>
      <vt:lpstr>未来挑战与战略机遇</vt:lpstr>
      <vt:lpstr>技术伦理治理框架</vt:lpstr>
      <vt:lpstr>技术伦理治理框架</vt:lpstr>
      <vt:lpstr>产业政策协同创新</vt:lpstr>
      <vt:lpstr>全球化发展新路径</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DeepSeek：中国人工智能产业的变革力量</dc:title>
  <dc:creator/>
  <cp:lastModifiedBy>weboffice</cp:lastModifiedBy>
  <dcterms:created xsi:type="dcterms:W3CDTF">2025-03-26T11:22:09Z</dcterms:created>
  <dcterms:modified xsi:type="dcterms:W3CDTF">2025-03-26T11:22:09Z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2052-12.9.0.20720</vt:lpwstr>
  </property>
  <property fmtid="{D5CDD505-2E9C-101B-9397-08002B2CF9AE}" pid="3" name="ICV">
    <vt:lpwstr>B75C98F4C40948689CB49D1002CA5FAC</vt:lpwstr>
  </property>
</Properties>
</file>